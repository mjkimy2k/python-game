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 ?><Relationships xmlns="http://schemas.openxmlformats.org/package/2006/relationships"><Relationship Id="rId1" Type="http://schemas.openxmlformats.org/officeDocument/2006/relationships/officeDocument" Target="ppt/presentation.xml"  /><Relationship Id="rId2" Type="http://schemas.openxmlformats.org/package/2006/relationships/metadata/thumbnail" Target="docProps/thumbnail.jpeg"  /><Relationship Id="rId3" Type="http://schemas.openxmlformats.org/package/2006/relationships/metadata/core-properties" Target="docProps/core.xml"  /><Relationship Id="rId4" Type="http://schemas.openxmlformats.org/officeDocument/2006/relationships/extended-properties" Target="docProps/app.xml"  /><Relationship Id="rId5" Type="http://schemas.openxmlformats.org/officeDocument/2006/relationships/custom-properties" Target="docProps/custom.xml"  /></Relationships>
</file>

<file path=ppt/presentation.xml><?xml version="1.0" encoding="utf-8"?>
<p:presentation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70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prnPr scaleToFitPaper="1"/>
  <p:showPr showNarration="1"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extLst>
    <p:ext uri="ACF4677E-8BD2-47ae-8A1F-98590045965D">
      <hp:hncThemeShow xmlns:hp="http://schemas.haansoft.com/office/presentation/8.0" themeShowType="1" themeSkinType="1" themeTransitionType="1" useThemeTransition="1" byMouseClick="1" attrType="1" dur="2000"/>
    </p:ext>
  </p:extLst>
</p:presentationPr>
</file>

<file path=ppt/tableStyles.xml><?xml version="1.0" encoding="utf-8"?>
<a:tblStyleLst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def="{5C22544A-7EE6-4342-B048-85BDC9FD1C3A}"/>
</file>

<file path=ppt/viewProps.xml><?xml version="1.0" encoding="utf-8"?>
<p:viewPr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100" d="100"/>
          <a:sy n="100" d="100"/>
        </p:scale>
        <p:origin x="-1092" y="-90"/>
      </p:cViewPr>
      <p:guideLst>
        <p:guide orient="horz" pos="323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 ?><Relationships xmlns="http://schemas.openxmlformats.org/package/2006/relationships"><Relationship Id="rId1" Type="http://schemas.openxmlformats.org/officeDocument/2006/relationships/slideMaster" Target="slideMasters/slideMaster1.xml"  /><Relationship Id="rId10" Type="http://schemas.openxmlformats.org/officeDocument/2006/relationships/slide" Target="slides/slide9.xml"  /><Relationship Id="rId11" Type="http://schemas.openxmlformats.org/officeDocument/2006/relationships/slide" Target="slides/slide10.xml"  /><Relationship Id="rId12" Type="http://schemas.openxmlformats.org/officeDocument/2006/relationships/slide" Target="slides/slide11.xml"  /><Relationship Id="rId13" Type="http://schemas.openxmlformats.org/officeDocument/2006/relationships/slide" Target="slides/slide12.xml"  /><Relationship Id="rId14" Type="http://schemas.openxmlformats.org/officeDocument/2006/relationships/slide" Target="slides/slide13.xml"  /><Relationship Id="rId15" Type="http://schemas.openxmlformats.org/officeDocument/2006/relationships/slide" Target="slides/slide14.xml"  /><Relationship Id="rId16" Type="http://schemas.openxmlformats.org/officeDocument/2006/relationships/presProps" Target="presProps.xml"  /><Relationship Id="rId17" Type="http://schemas.openxmlformats.org/officeDocument/2006/relationships/viewProps" Target="viewProps.xml"  /><Relationship Id="rId18" Type="http://schemas.openxmlformats.org/officeDocument/2006/relationships/theme" Target="theme/theme1.xml"  /><Relationship Id="rId19" Type="http://schemas.openxmlformats.org/officeDocument/2006/relationships/tableStyles" Target="tableStyles.xml"  /><Relationship Id="rId2" Type="http://schemas.openxmlformats.org/officeDocument/2006/relationships/slide" Target="slides/slide1.xml"  /><Relationship Id="rId3" Type="http://schemas.openxmlformats.org/officeDocument/2006/relationships/slide" Target="slides/slide2.xml"  /><Relationship Id="rId4" Type="http://schemas.openxmlformats.org/officeDocument/2006/relationships/slide" Target="slides/slide3.xml"  /><Relationship Id="rId5" Type="http://schemas.openxmlformats.org/officeDocument/2006/relationships/slide" Target="slides/slide4.xml"  /><Relationship Id="rId6" Type="http://schemas.openxmlformats.org/officeDocument/2006/relationships/slide" Target="slides/slide5.xml"  /><Relationship Id="rId7" Type="http://schemas.openxmlformats.org/officeDocument/2006/relationships/slide" Target="slides/slide6.xml"  /><Relationship Id="rId8" Type="http://schemas.openxmlformats.org/officeDocument/2006/relationships/slide" Target="slides/slide7.xml"  /><Relationship Id="rId9" Type="http://schemas.openxmlformats.org/officeDocument/2006/relationships/slide" Target="slides/slide8.xml"  /></Relationships>
</file>

<file path=ppt/slideLayouts/_rels/slideLayout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2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3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4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5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6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7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8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9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0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_rels/slideLayout11.xml.rels><?xml version="1.0" encoding="UTF-8" standalone="yes" ?><Relationships xmlns="http://schemas.openxmlformats.org/package/2006/relationships"><Relationship Id="rId1" Type="http://schemas.openxmlformats.org/officeDocument/2006/relationships/slideMaster" Target="../slideMasters/slideMaster1.xml" 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1.xml"  /><Relationship Id="rId10" Type="http://schemas.openxmlformats.org/officeDocument/2006/relationships/slideLayout" Target="../slideLayouts/slideLayout10.xml"  /><Relationship Id="rId11" Type="http://schemas.openxmlformats.org/officeDocument/2006/relationships/slideLayout" Target="../slideLayouts/slideLayout11.xml"  /><Relationship Id="rId12" Type="http://schemas.openxmlformats.org/officeDocument/2006/relationships/theme" Target="../theme/theme1.xml"  /><Relationship Id="rId2" Type="http://schemas.openxmlformats.org/officeDocument/2006/relationships/slideLayout" Target="../slideLayouts/slideLayout2.xml"  /><Relationship Id="rId3" Type="http://schemas.openxmlformats.org/officeDocument/2006/relationships/slideLayout" Target="../slideLayouts/slideLayout3.xml"  /><Relationship Id="rId4" Type="http://schemas.openxmlformats.org/officeDocument/2006/relationships/slideLayout" Target="../slideLayouts/slideLayout4.xml"  /><Relationship Id="rId5" Type="http://schemas.openxmlformats.org/officeDocument/2006/relationships/slideLayout" Target="../slideLayouts/slideLayout5.xml"  /><Relationship Id="rId6" Type="http://schemas.openxmlformats.org/officeDocument/2006/relationships/slideLayout" Target="../slideLayouts/slideLayout6.xml"  /><Relationship Id="rId7" Type="http://schemas.openxmlformats.org/officeDocument/2006/relationships/slideLayout" Target="../slideLayouts/slideLayout7.xml"  /><Relationship Id="rId8" Type="http://schemas.openxmlformats.org/officeDocument/2006/relationships/slideLayout" Target="../slideLayouts/slideLayout8.xml"  /><Relationship Id="rId9" Type="http://schemas.openxmlformats.org/officeDocument/2006/relationships/slideLayout" Target="../slideLayouts/slideLayout9.xml" 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9.png"  /><Relationship Id="rId11" Type="http://schemas.openxmlformats.org/officeDocument/2006/relationships/image" Target="../media/image10.png"  /><Relationship Id="rId12" Type="http://schemas.openxmlformats.org/officeDocument/2006/relationships/image" Target="../media/image11.png"  /><Relationship Id="rId13" Type="http://schemas.openxmlformats.org/officeDocument/2006/relationships/image" Target="../media/image12.png"  /><Relationship Id="rId14" Type="http://schemas.openxmlformats.org/officeDocument/2006/relationships/image" Target="../media/image13.png"  /><Relationship Id="rId15" Type="http://schemas.openxmlformats.org/officeDocument/2006/relationships/image" Target="../media/image14.png"  /><Relationship Id="rId2" Type="http://schemas.openxmlformats.org/officeDocument/2006/relationships/image" Target="../media/image1.png"  /><Relationship Id="rId3" Type="http://schemas.openxmlformats.org/officeDocument/2006/relationships/image" Target="../media/image2.png"  /><Relationship Id="rId4" Type="http://schemas.openxmlformats.org/officeDocument/2006/relationships/image" Target="../media/image3.png"  /><Relationship Id="rId5" Type="http://schemas.openxmlformats.org/officeDocument/2006/relationships/image" Target="../media/image4.png"  /><Relationship Id="rId6" Type="http://schemas.openxmlformats.org/officeDocument/2006/relationships/image" Target="../media/image5.png"  /><Relationship Id="rId7" Type="http://schemas.openxmlformats.org/officeDocument/2006/relationships/image" Target="../media/image6.png"  /><Relationship Id="rId8" Type="http://schemas.openxmlformats.org/officeDocument/2006/relationships/image" Target="../media/image7.png"  /><Relationship Id="rId9" Type="http://schemas.openxmlformats.org/officeDocument/2006/relationships/image" Target="../media/image8.png"  /></Relationships>
</file>

<file path=ppt/slides/_rels/slide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22.png"  /><Relationship Id="rId11" Type="http://schemas.openxmlformats.org/officeDocument/2006/relationships/image" Target="../media/image23.png"  /><Relationship Id="rId12" Type="http://schemas.openxmlformats.org/officeDocument/2006/relationships/image" Target="../media/image24.png"  /><Relationship Id="rId13" Type="http://schemas.openxmlformats.org/officeDocument/2006/relationships/image" Target="../media/image25.png"  /><Relationship Id="rId14" Type="http://schemas.openxmlformats.org/officeDocument/2006/relationships/image" Target="../media/image26.png"  /><Relationship Id="rId15" Type="http://schemas.openxmlformats.org/officeDocument/2006/relationships/image" Target="../media/image27.png"  /><Relationship Id="rId16" Type="http://schemas.openxmlformats.org/officeDocument/2006/relationships/image" Target="../media/image28.png"  /><Relationship Id="rId2" Type="http://schemas.openxmlformats.org/officeDocument/2006/relationships/image" Target="../media/image1.png"  /><Relationship Id="rId3" Type="http://schemas.openxmlformats.org/officeDocument/2006/relationships/image" Target="../media/image15.png"  /><Relationship Id="rId4" Type="http://schemas.openxmlformats.org/officeDocument/2006/relationships/image" Target="../media/image16.png"  /><Relationship Id="rId5" Type="http://schemas.openxmlformats.org/officeDocument/2006/relationships/image" Target="../media/image17.png"  /><Relationship Id="rId6" Type="http://schemas.openxmlformats.org/officeDocument/2006/relationships/image" Target="../media/image18.png"  /><Relationship Id="rId7" Type="http://schemas.openxmlformats.org/officeDocument/2006/relationships/image" Target="../media/image19.png"  /><Relationship Id="rId8" Type="http://schemas.openxmlformats.org/officeDocument/2006/relationships/image" Target="../media/image20.png"  /><Relationship Id="rId9" Type="http://schemas.openxmlformats.org/officeDocument/2006/relationships/image" Target="../media/image21.png"  /></Relationships>
</file>

<file path=ppt/slides/_rels/slide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34.png"  /><Relationship Id="rId11" Type="http://schemas.openxmlformats.org/officeDocument/2006/relationships/image" Target="../media/image35.png"  /><Relationship Id="rId12" Type="http://schemas.openxmlformats.org/officeDocument/2006/relationships/image" Target="../media/image36.png"  /><Relationship Id="rId13" Type="http://schemas.openxmlformats.org/officeDocument/2006/relationships/image" Target="../media/image37.png"  /><Relationship Id="rId2" Type="http://schemas.openxmlformats.org/officeDocument/2006/relationships/image" Target="../media/image1.png"  /><Relationship Id="rId3" Type="http://schemas.openxmlformats.org/officeDocument/2006/relationships/image" Target="../media/image15.png"  /><Relationship Id="rId4" Type="http://schemas.openxmlformats.org/officeDocument/2006/relationships/image" Target="../media/image16.png"  /><Relationship Id="rId5" Type="http://schemas.openxmlformats.org/officeDocument/2006/relationships/image" Target="../media/image29.png"  /><Relationship Id="rId6" Type="http://schemas.openxmlformats.org/officeDocument/2006/relationships/image" Target="../media/image30.png"  /><Relationship Id="rId7" Type="http://schemas.openxmlformats.org/officeDocument/2006/relationships/image" Target="../media/image31.png"  /><Relationship Id="rId8" Type="http://schemas.openxmlformats.org/officeDocument/2006/relationships/image" Target="../media/image32.png"  /><Relationship Id="rId9" Type="http://schemas.openxmlformats.org/officeDocument/2006/relationships/image" Target="../media/image33.png"  /></Relationships>
</file>

<file path=ppt/slides/_rels/slide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43.png"  /><Relationship Id="rId11" Type="http://schemas.openxmlformats.org/officeDocument/2006/relationships/image" Target="../media/image44.png"  /><Relationship Id="rId12" Type="http://schemas.openxmlformats.org/officeDocument/2006/relationships/image" Target="../media/image45.png"  /><Relationship Id="rId13" Type="http://schemas.openxmlformats.org/officeDocument/2006/relationships/image" Target="../media/image46.png"  /><Relationship Id="rId14" Type="http://schemas.openxmlformats.org/officeDocument/2006/relationships/image" Target="../media/image47.png"  /><Relationship Id="rId15" Type="http://schemas.openxmlformats.org/officeDocument/2006/relationships/image" Target="../media/image48.png"  /><Relationship Id="rId16" Type="http://schemas.openxmlformats.org/officeDocument/2006/relationships/image" Target="../media/image49.png"  /><Relationship Id="rId17" Type="http://schemas.openxmlformats.org/officeDocument/2006/relationships/image" Target="../media/image50.png"  /><Relationship Id="rId18" Type="http://schemas.openxmlformats.org/officeDocument/2006/relationships/image" Target="../media/image51.png"  /><Relationship Id="rId19" Type="http://schemas.openxmlformats.org/officeDocument/2006/relationships/image" Target="../media/image52.png"  /><Relationship Id="rId2" Type="http://schemas.openxmlformats.org/officeDocument/2006/relationships/image" Target="../media/image1.png"  /><Relationship Id="rId20" Type="http://schemas.openxmlformats.org/officeDocument/2006/relationships/image" Target="../media/image53.png"  /><Relationship Id="rId21" Type="http://schemas.openxmlformats.org/officeDocument/2006/relationships/image" Target="../media/image54.png"  /><Relationship Id="rId22" Type="http://schemas.openxmlformats.org/officeDocument/2006/relationships/image" Target="../media/image55.png"  /><Relationship Id="rId23" Type="http://schemas.openxmlformats.org/officeDocument/2006/relationships/image" Target="../media/image56.png"  /><Relationship Id="rId24" Type="http://schemas.openxmlformats.org/officeDocument/2006/relationships/image" Target="../media/image57.png"  /><Relationship Id="rId25" Type="http://schemas.openxmlformats.org/officeDocument/2006/relationships/image" Target="../media/image58.png"  /><Relationship Id="rId26" Type="http://schemas.openxmlformats.org/officeDocument/2006/relationships/image" Target="../media/image59.png"  /><Relationship Id="rId27" Type="http://schemas.openxmlformats.org/officeDocument/2006/relationships/image" Target="../media/image60.png"  /><Relationship Id="rId3" Type="http://schemas.openxmlformats.org/officeDocument/2006/relationships/image" Target="../media/image15.png"  /><Relationship Id="rId4" Type="http://schemas.openxmlformats.org/officeDocument/2006/relationships/image" Target="../media/image16.png"  /><Relationship Id="rId5" Type="http://schemas.openxmlformats.org/officeDocument/2006/relationships/image" Target="../media/image38.png"  /><Relationship Id="rId6" Type="http://schemas.openxmlformats.org/officeDocument/2006/relationships/image" Target="../media/image39.png"  /><Relationship Id="rId7" Type="http://schemas.openxmlformats.org/officeDocument/2006/relationships/image" Target="../media/image40.png"  /><Relationship Id="rId8" Type="http://schemas.openxmlformats.org/officeDocument/2006/relationships/image" Target="../media/image41.png"  /><Relationship Id="rId9" Type="http://schemas.openxmlformats.org/officeDocument/2006/relationships/image" Target="../media/image42.png"  /></Relationships>
</file>

<file path=ppt/slides/_rels/slide5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65.png"  /><Relationship Id="rId2" Type="http://schemas.openxmlformats.org/officeDocument/2006/relationships/image" Target="../media/image1.png"  /><Relationship Id="rId3" Type="http://schemas.openxmlformats.org/officeDocument/2006/relationships/image" Target="../media/image15.png"  /><Relationship Id="rId4" Type="http://schemas.openxmlformats.org/officeDocument/2006/relationships/image" Target="../media/image16.png"  /><Relationship Id="rId5" Type="http://schemas.openxmlformats.org/officeDocument/2006/relationships/image" Target="../media/image61.png"  /><Relationship Id="rId6" Type="http://schemas.openxmlformats.org/officeDocument/2006/relationships/image" Target="../media/image62.png"  /><Relationship Id="rId7" Type="http://schemas.openxmlformats.org/officeDocument/2006/relationships/image" Target="../media/image63.png"  /><Relationship Id="rId8" Type="http://schemas.openxmlformats.org/officeDocument/2006/relationships/image" Target="../media/image52.png"  /><Relationship Id="rId9" Type="http://schemas.openxmlformats.org/officeDocument/2006/relationships/image" Target="../media/image64.png"  /></Relationships>
</file>

<file path=ppt/slides/_rels/slide6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73.png"  /><Relationship Id="rId11" Type="http://schemas.openxmlformats.org/officeDocument/2006/relationships/image" Target="../media/image74.png"  /><Relationship Id="rId12" Type="http://schemas.openxmlformats.org/officeDocument/2006/relationships/image" Target="../media/image75.png"  /><Relationship Id="rId13" Type="http://schemas.openxmlformats.org/officeDocument/2006/relationships/image" Target="../media/image76.png"  /><Relationship Id="rId14" Type="http://schemas.openxmlformats.org/officeDocument/2006/relationships/image" Target="../media/image77.png"  /><Relationship Id="rId15" Type="http://schemas.openxmlformats.org/officeDocument/2006/relationships/image" Target="../media/image78.png"  /><Relationship Id="rId16" Type="http://schemas.openxmlformats.org/officeDocument/2006/relationships/video" Target="file:///C:\Users\&#51060;&#50672;&#51452;\OneDrive\&#47928;&#49436;\&#52852;&#52852;&#50724;&#53665;%20&#48155;&#51008;%20&#54028;&#51068;\&#52649;&#46028;%20&#44172;&#51076;&#50724;&#48260;.mp4" TargetMode="External" /><Relationship Id="rId17" Type="http://schemas.microsoft.com/office/2007/relationships/media" Target="file:///C:\Users\&#51060;&#50672;&#51452;\OneDrive\&#47928;&#49436;\&#52852;&#52852;&#50724;&#53665;%20&#48155;&#51008;%20&#54028;&#51068;\&#52649;&#46028;%20&#44172;&#51076;&#50724;&#48260;.mp4" TargetMode="External" /><Relationship Id="rId18" Type="http://schemas.openxmlformats.org/officeDocument/2006/relationships/image" Target="../media/image79.png"  /><Relationship Id="rId19" Type="http://schemas.openxmlformats.org/officeDocument/2006/relationships/video" Target="file:///C:\Users\&#51060;&#50672;&#51452;\OneDrive\&#47928;&#49436;\&#52852;&#52852;&#50724;&#53665;%20&#48155;&#51008;%20&#54028;&#51068;\&#45230;%20&#48164;%20&#51204;&#54872;.mp4" TargetMode="External" /><Relationship Id="rId2" Type="http://schemas.openxmlformats.org/officeDocument/2006/relationships/image" Target="../media/image66.png"  /><Relationship Id="rId20" Type="http://schemas.microsoft.com/office/2007/relationships/media" Target="file:///C:\Users\&#51060;&#50672;&#51452;\OneDrive\&#47928;&#49436;\&#52852;&#52852;&#50724;&#53665;%20&#48155;&#51008;%20&#54028;&#51068;\&#45230;%20&#48164;%20&#51204;&#54872;.mp4" TargetMode="External" /><Relationship Id="rId21" Type="http://schemas.openxmlformats.org/officeDocument/2006/relationships/image" Target="../media/image80.png"  /><Relationship Id="rId22" Type="http://schemas.openxmlformats.org/officeDocument/2006/relationships/video" Target="file:///C:\Users\&#51060;&#50672;&#51452;\OneDrive\&#47928;&#49436;\&#52852;&#52852;&#50724;&#53665;%20&#48155;&#51008;%20&#54028;&#51068;\&#48176;&#44256;&#54548;0%20&#44172;&#51076;&#50724;&#48260;.mp4" TargetMode="External" /><Relationship Id="rId23" Type="http://schemas.microsoft.com/office/2007/relationships/media" Target="file:///C:\Users\&#51060;&#50672;&#51452;\OneDrive\&#47928;&#49436;\&#52852;&#52852;&#50724;&#53665;%20&#48155;&#51008;%20&#54028;&#51068;\&#48176;&#44256;&#54548;0%20&#44172;&#51076;&#50724;&#48260;.mp4" TargetMode="External" /><Relationship Id="rId24" Type="http://schemas.openxmlformats.org/officeDocument/2006/relationships/image" Target="../media/image81.png"  /><Relationship Id="rId25" Type="http://schemas.openxmlformats.org/officeDocument/2006/relationships/video" Target="file:///C:\Users\&#51060;&#50672;&#51452;\OneDrive\&#47928;&#49436;\&#52852;&#52852;&#50724;&#53665;%20&#48155;&#51008;%20&#54028;&#51068;\&#50500;&#51060;&#53596;&#49453;&#52712;%20&#48176;&#44256;&#54548;+1.mp4" TargetMode="External" /><Relationship Id="rId26" Type="http://schemas.microsoft.com/office/2007/relationships/media" Target="file:///C:\Users\&#51060;&#50672;&#51452;\OneDrive\&#47928;&#49436;\&#52852;&#52852;&#50724;&#53665;%20&#48155;&#51008;%20&#54028;&#51068;\&#50500;&#51060;&#53596;&#49453;&#52712;%20&#48176;&#44256;&#54548;+1.mp4" TargetMode="External" /><Relationship Id="rId27" Type="http://schemas.openxmlformats.org/officeDocument/2006/relationships/image" Target="../media/image82.png"  /><Relationship Id="rId3" Type="http://schemas.openxmlformats.org/officeDocument/2006/relationships/image" Target="../media/image67.png"  /><Relationship Id="rId4" Type="http://schemas.openxmlformats.org/officeDocument/2006/relationships/image" Target="../media/image67.png"  /><Relationship Id="rId5" Type="http://schemas.openxmlformats.org/officeDocument/2006/relationships/image" Target="../media/image68.png"  /><Relationship Id="rId6" Type="http://schemas.openxmlformats.org/officeDocument/2006/relationships/image" Target="../media/image69.png"  /><Relationship Id="rId7" Type="http://schemas.openxmlformats.org/officeDocument/2006/relationships/image" Target="../media/image70.png"  /><Relationship Id="rId8" Type="http://schemas.openxmlformats.org/officeDocument/2006/relationships/image" Target="../media/image71.png"  /><Relationship Id="rId9" Type="http://schemas.openxmlformats.org/officeDocument/2006/relationships/image" Target="../media/image72.png"  /></Relationships>
</file>

<file path=ppt/slides/_rels/slide7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89.png"  /><Relationship Id="rId11" Type="http://schemas.openxmlformats.org/officeDocument/2006/relationships/image" Target="../media/image90.png"  /><Relationship Id="rId12" Type="http://schemas.openxmlformats.org/officeDocument/2006/relationships/image" Target="../media/image91.png"  /><Relationship Id="rId13" Type="http://schemas.openxmlformats.org/officeDocument/2006/relationships/image" Target="../media/image92.png"  /><Relationship Id="rId14" Type="http://schemas.openxmlformats.org/officeDocument/2006/relationships/image" Target="../media/image93.png"  /><Relationship Id="rId15" Type="http://schemas.openxmlformats.org/officeDocument/2006/relationships/image" Target="../media/image94.png"  /><Relationship Id="rId16" Type="http://schemas.openxmlformats.org/officeDocument/2006/relationships/image" Target="../media/image95.png"  /><Relationship Id="rId17" Type="http://schemas.openxmlformats.org/officeDocument/2006/relationships/image" Target="../media/image96.png"  /><Relationship Id="rId18" Type="http://schemas.openxmlformats.org/officeDocument/2006/relationships/image" Target="../media/image97.png"  /><Relationship Id="rId19" Type="http://schemas.openxmlformats.org/officeDocument/2006/relationships/image" Target="../media/image98.png"  /><Relationship Id="rId2" Type="http://schemas.openxmlformats.org/officeDocument/2006/relationships/image" Target="../media/image1.png"  /><Relationship Id="rId20" Type="http://schemas.openxmlformats.org/officeDocument/2006/relationships/image" Target="../media/image99.png"  /><Relationship Id="rId21" Type="http://schemas.openxmlformats.org/officeDocument/2006/relationships/image" Target="../media/image100.png"  /><Relationship Id="rId22" Type="http://schemas.openxmlformats.org/officeDocument/2006/relationships/image" Target="../media/image101.png"  /><Relationship Id="rId23" Type="http://schemas.openxmlformats.org/officeDocument/2006/relationships/image" Target="../media/image102.png"  /><Relationship Id="rId24" Type="http://schemas.openxmlformats.org/officeDocument/2006/relationships/image" Target="../media/image103.png"  /><Relationship Id="rId25" Type="http://schemas.openxmlformats.org/officeDocument/2006/relationships/image" Target="../media/image104.png"  /><Relationship Id="rId26" Type="http://schemas.openxmlformats.org/officeDocument/2006/relationships/image" Target="../media/image105.png"  /><Relationship Id="rId27" Type="http://schemas.openxmlformats.org/officeDocument/2006/relationships/image" Target="../media/image106.png"  /><Relationship Id="rId28" Type="http://schemas.openxmlformats.org/officeDocument/2006/relationships/image" Target="../media/image107.png"  /><Relationship Id="rId29" Type="http://schemas.openxmlformats.org/officeDocument/2006/relationships/image" Target="../media/image108.png"  /><Relationship Id="rId3" Type="http://schemas.openxmlformats.org/officeDocument/2006/relationships/image" Target="../media/image83.png"  /><Relationship Id="rId30" Type="http://schemas.openxmlformats.org/officeDocument/2006/relationships/image" Target="../media/image109.png"  /><Relationship Id="rId31" Type="http://schemas.openxmlformats.org/officeDocument/2006/relationships/image" Target="../media/image110.png"  /><Relationship Id="rId32" Type="http://schemas.openxmlformats.org/officeDocument/2006/relationships/image" Target="../media/image111.png"  /><Relationship Id="rId33" Type="http://schemas.openxmlformats.org/officeDocument/2006/relationships/image" Target="../media/image112.png"  /><Relationship Id="rId34" Type="http://schemas.openxmlformats.org/officeDocument/2006/relationships/image" Target="../media/image113.png"  /><Relationship Id="rId35" Type="http://schemas.openxmlformats.org/officeDocument/2006/relationships/image" Target="../media/image114.png"  /><Relationship Id="rId36" Type="http://schemas.openxmlformats.org/officeDocument/2006/relationships/image" Target="../media/image115.png"  /><Relationship Id="rId37" Type="http://schemas.openxmlformats.org/officeDocument/2006/relationships/image" Target="../media/image116.png"  /><Relationship Id="rId38" Type="http://schemas.openxmlformats.org/officeDocument/2006/relationships/image" Target="../media/image117.png"  /><Relationship Id="rId39" Type="http://schemas.openxmlformats.org/officeDocument/2006/relationships/image" Target="../media/image118.png"  /><Relationship Id="rId4" Type="http://schemas.openxmlformats.org/officeDocument/2006/relationships/image" Target="../media/image16.png"  /><Relationship Id="rId40" Type="http://schemas.openxmlformats.org/officeDocument/2006/relationships/image" Target="../media/image119.png"  /><Relationship Id="rId41" Type="http://schemas.openxmlformats.org/officeDocument/2006/relationships/image" Target="../media/image120.png"  /><Relationship Id="rId5" Type="http://schemas.openxmlformats.org/officeDocument/2006/relationships/image" Target="../media/image84.png"  /><Relationship Id="rId6" Type="http://schemas.openxmlformats.org/officeDocument/2006/relationships/image" Target="../media/image85.png"  /><Relationship Id="rId7" Type="http://schemas.openxmlformats.org/officeDocument/2006/relationships/image" Target="../media/image86.png"  /><Relationship Id="rId8" Type="http://schemas.openxmlformats.org/officeDocument/2006/relationships/image" Target="../media/image87.png"  /><Relationship Id="rId9" Type="http://schemas.openxmlformats.org/officeDocument/2006/relationships/image" Target="../media/image88.png"  /></Relationships>
</file>

<file path=ppt/slides/_rels/slide8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27.png"  /><Relationship Id="rId11" Type="http://schemas.openxmlformats.org/officeDocument/2006/relationships/image" Target="../media/image128.png"  /><Relationship Id="rId12" Type="http://schemas.openxmlformats.org/officeDocument/2006/relationships/image" Target="../media/image129.png"  /><Relationship Id="rId2" Type="http://schemas.openxmlformats.org/officeDocument/2006/relationships/image" Target="../media/image1.png"  /><Relationship Id="rId3" Type="http://schemas.openxmlformats.org/officeDocument/2006/relationships/image" Target="../media/image16.png"  /><Relationship Id="rId4" Type="http://schemas.openxmlformats.org/officeDocument/2006/relationships/image" Target="../media/image121.png"  /><Relationship Id="rId5" Type="http://schemas.openxmlformats.org/officeDocument/2006/relationships/image" Target="../media/image122.png"  /><Relationship Id="rId6" Type="http://schemas.openxmlformats.org/officeDocument/2006/relationships/image" Target="../media/image123.png"  /><Relationship Id="rId7" Type="http://schemas.openxmlformats.org/officeDocument/2006/relationships/image" Target="../media/image124.png"  /><Relationship Id="rId8" Type="http://schemas.openxmlformats.org/officeDocument/2006/relationships/image" Target="../media/image125.png"  /><Relationship Id="rId9" Type="http://schemas.openxmlformats.org/officeDocument/2006/relationships/image" Target="../media/image126.png"  /></Relationships>
</file>

<file path=ppt/slides/_rels/slide9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10" Type="http://schemas.openxmlformats.org/officeDocument/2006/relationships/image" Target="../media/image136.png"  /><Relationship Id="rId11" Type="http://schemas.openxmlformats.org/officeDocument/2006/relationships/image" Target="../media/image137.png"  /><Relationship Id="rId12" Type="http://schemas.openxmlformats.org/officeDocument/2006/relationships/image" Target="../media/image138.png"  /><Relationship Id="rId13" Type="http://schemas.openxmlformats.org/officeDocument/2006/relationships/image" Target="../media/image137.png"  /><Relationship Id="rId14" Type="http://schemas.openxmlformats.org/officeDocument/2006/relationships/image" Target="../media/image130.png"  /><Relationship Id="rId15" Type="http://schemas.openxmlformats.org/officeDocument/2006/relationships/image" Target="../media/image130.png"  /><Relationship Id="rId16" Type="http://schemas.openxmlformats.org/officeDocument/2006/relationships/image" Target="../media/image139.png"  /><Relationship Id="rId2" Type="http://schemas.openxmlformats.org/officeDocument/2006/relationships/image" Target="../media/image1.png"  /><Relationship Id="rId3" Type="http://schemas.openxmlformats.org/officeDocument/2006/relationships/image" Target="../media/image16.png"  /><Relationship Id="rId4" Type="http://schemas.openxmlformats.org/officeDocument/2006/relationships/image" Target="../media/image130.png"  /><Relationship Id="rId5" Type="http://schemas.openxmlformats.org/officeDocument/2006/relationships/image" Target="../media/image131.png"  /><Relationship Id="rId6" Type="http://schemas.openxmlformats.org/officeDocument/2006/relationships/image" Target="../media/image132.png"  /><Relationship Id="rId7" Type="http://schemas.openxmlformats.org/officeDocument/2006/relationships/image" Target="../media/image133.png"  /><Relationship Id="rId8" Type="http://schemas.openxmlformats.org/officeDocument/2006/relationships/image" Target="../media/image134.png"  /><Relationship Id="rId9" Type="http://schemas.openxmlformats.org/officeDocument/2006/relationships/image" Target="../media/image135.png"  /></Relationships>
</file>

<file path=ppt/slides/_rels/slide10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16.png"  /><Relationship Id="rId4" Type="http://schemas.openxmlformats.org/officeDocument/2006/relationships/image" Target="../media/image131.png"  /><Relationship Id="rId5" Type="http://schemas.openxmlformats.org/officeDocument/2006/relationships/image" Target="../media/image140.png"  /><Relationship Id="rId6" Type="http://schemas.openxmlformats.org/officeDocument/2006/relationships/image" Target="../media/image141.png"  /><Relationship Id="rId7" Type="http://schemas.openxmlformats.org/officeDocument/2006/relationships/image" Target="../media/image142.png"  /><Relationship Id="rId8" Type="http://schemas.openxmlformats.org/officeDocument/2006/relationships/image" Target="../media/image143.png"  /><Relationship Id="rId9" Type="http://schemas.openxmlformats.org/officeDocument/2006/relationships/image" Target="../media/image144.png"  /></Relationships>
</file>

<file path=ppt/slides/_rels/slide11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16.png"  /><Relationship Id="rId4" Type="http://schemas.openxmlformats.org/officeDocument/2006/relationships/image" Target="../media/image143.png"  /><Relationship Id="rId5" Type="http://schemas.openxmlformats.org/officeDocument/2006/relationships/image" Target="../media/image145.png"  /><Relationship Id="rId6" Type="http://schemas.openxmlformats.org/officeDocument/2006/relationships/image" Target="../media/image146.png"  /><Relationship Id="rId7" Type="http://schemas.openxmlformats.org/officeDocument/2006/relationships/image" Target="../media/image147.png"  /><Relationship Id="rId8" Type="http://schemas.openxmlformats.org/officeDocument/2006/relationships/image" Target="../media/image148.png"  /></Relationships>
</file>

<file path=ppt/slides/_rels/slide12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16.png"  /><Relationship Id="rId4" Type="http://schemas.openxmlformats.org/officeDocument/2006/relationships/image" Target="../media/image149.png"  /><Relationship Id="rId5" Type="http://schemas.openxmlformats.org/officeDocument/2006/relationships/image" Target="../media/image150.png"  /><Relationship Id="rId6" Type="http://schemas.openxmlformats.org/officeDocument/2006/relationships/image" Target="../media/image151.png"  /></Relationships>
</file>

<file path=ppt/slides/_rels/slide13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16.png"  /><Relationship Id="rId4" Type="http://schemas.openxmlformats.org/officeDocument/2006/relationships/image" Target="../media/image15.png"  /><Relationship Id="rId5" Type="http://schemas.openxmlformats.org/officeDocument/2006/relationships/image" Target="../media/image152.png"  /><Relationship Id="rId6" Type="http://schemas.openxmlformats.org/officeDocument/2006/relationships/image" Target="../media/image153.png"  /><Relationship Id="rId7" Type="http://schemas.openxmlformats.org/officeDocument/2006/relationships/image" Target="../media/image154.png"  /></Relationships>
</file>

<file path=ppt/slides/_rels/slide14.xml.rels><?xml version="1.0" encoding="UTF-8" standalone="yes" ?><Relationships xmlns="http://schemas.openxmlformats.org/package/2006/relationships"><Relationship Id="rId1" Type="http://schemas.openxmlformats.org/officeDocument/2006/relationships/slideLayout" Target="../slideLayouts/slideLayout7.xml"  /><Relationship Id="rId2" Type="http://schemas.openxmlformats.org/officeDocument/2006/relationships/image" Target="../media/image1.png"  /><Relationship Id="rId3" Type="http://schemas.openxmlformats.org/officeDocument/2006/relationships/image" Target="../media/image12.png"  /><Relationship Id="rId4" Type="http://schemas.openxmlformats.org/officeDocument/2006/relationships/image" Target="../media/image155.png"  /><Relationship Id="rId5" Type="http://schemas.openxmlformats.org/officeDocument/2006/relationships/image" Target="../media/image156.png"  /><Relationship Id="rId6" Type="http://schemas.openxmlformats.org/officeDocument/2006/relationships/image" Target="../media/image157.png"  /><Relationship Id="rId7" Type="http://schemas.openxmlformats.org/officeDocument/2006/relationships/image" Target="../media/image158.png"  /><Relationship Id="rId8" Type="http://schemas.openxmlformats.org/officeDocument/2006/relationships/image" Target="../media/image159.png"  /><Relationship Id="rId9" Type="http://schemas.openxmlformats.org/officeDocument/2006/relationships/image" Target="../media/image160.png"  /></Relationships>
</file>

<file path=ppt/slides/slide1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5499100" y="787400"/>
            <a:ext cx="914400" cy="3048000"/>
          </a:xfrm>
          <a:prstGeom prst="rect">
            <a:avLst/>
          </a:prstGeom>
        </p:spPr>
      </p:pic>
      <p:pic>
        <p:nvPicPr>
          <p:cNvPr id="5" name="Picture 5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279400" y="9461500"/>
            <a:ext cx="17716500" cy="546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442200" y="3200400"/>
            <a:ext cx="3390900" cy="6096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55700" y="6121400"/>
            <a:ext cx="2654300" cy="2654300"/>
          </a:xfrm>
          <a:prstGeom prst="rect">
            <a:avLst/>
          </a:prstGeom>
        </p:spPr>
      </p:pic>
      <p:grpSp>
        <p:nvGrpSpPr>
          <p:cNvPr name="Group 9" id="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300200" y="5816600"/>
            <a:ext cx="3238500" cy="32385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604000" y="3187700"/>
            <a:ext cx="4559300" cy="8255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grpSp>
        <p:nvGrpSpPr>
          <p:cNvPr name="Group 13" id="1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5400000">
            <a:off x="8928100" y="8064500"/>
            <a:ext cx="431800" cy="254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6375400" y="7848600"/>
            <a:ext cx="2654300" cy="546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9118600" y="7848600"/>
            <a:ext cx="2667000" cy="546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-5295900" y="3365500"/>
            <a:ext cx="24714200" cy="35687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49300" y="787400"/>
            <a:ext cx="16802100" cy="254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5473700" y="6362700"/>
            <a:ext cx="927100" cy="30861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-3289300" y="5410200"/>
            <a:ext cx="22352000" cy="2349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06700" y="3365500"/>
            <a:ext cx="2438400" cy="20193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-304800" y="4432300"/>
            <a:ext cx="7023100" cy="1498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874000" y="3365500"/>
            <a:ext cx="2425700" cy="20193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487400" y="3365500"/>
            <a:ext cx="2413000" cy="20193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541000" y="4470400"/>
            <a:ext cx="6819900" cy="15240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889500" y="5943600"/>
            <a:ext cx="2413000" cy="20193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2006600" y="6972300"/>
            <a:ext cx="6934200" cy="25273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0858500" y="5943600"/>
            <a:ext cx="2425700" cy="20193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683500" y="7035800"/>
            <a:ext cx="7048500" cy="14605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1193800" y="736600"/>
            <a:ext cx="12573000" cy="889000"/>
          </a:xfrm>
          <a:prstGeom prst="rect">
            <a:avLst/>
          </a:prstGeom>
        </p:spPr>
      </p:pic>
      <p:pic>
        <p:nvPicPr>
          <p:cNvPr name="Picture 20" id="20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1790700" y="1028700"/>
            <a:ext cx="12509500" cy="23368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4775200" y="4533900"/>
            <a:ext cx="7124700" cy="22733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2844800" y="3403600"/>
            <a:ext cx="4457700" cy="5359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51800" y="3708400"/>
            <a:ext cx="2984500" cy="596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328400" y="3708400"/>
            <a:ext cx="2286000" cy="596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843000" y="3708400"/>
            <a:ext cx="2286000" cy="596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47800" y="800100"/>
            <a:ext cx="12280900" cy="825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679700" y="1028700"/>
            <a:ext cx="11671300" cy="2336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861300" y="5181600"/>
            <a:ext cx="6324600" cy="48514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0756900" y="3619500"/>
            <a:ext cx="3086100" cy="9144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13271500" y="3619500"/>
            <a:ext cx="3086100" cy="850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7734300" y="3683000"/>
            <a:ext cx="35687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7620000" y="6261100"/>
            <a:ext cx="698500" cy="2349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620000" y="3657600"/>
            <a:ext cx="698500" cy="23495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3" id="13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017000" y="6261100"/>
            <a:ext cx="698500" cy="2349500"/>
          </a:xfrm>
          <a:prstGeom prst="rect">
            <a:avLst/>
          </a:prstGeom>
        </p:spPr>
      </p:pic>
      <p:grpSp>
        <p:nvGrpSpPr>
          <p:cNvPr name="Group 14" id="1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017000" y="3657600"/>
            <a:ext cx="698500" cy="2349500"/>
          </a:xfrm>
          <a:prstGeom prst="rect">
            <a:avLst/>
          </a:prstGeom>
        </p:spPr>
      </p:pic>
      <p:grpSp>
        <p:nvGrpSpPr>
          <p:cNvPr name="Group 16" id="1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933700" y="3746500"/>
            <a:ext cx="1701800" cy="1701800"/>
          </a:xfrm>
          <a:prstGeom prst="rect">
            <a:avLst/>
          </a:prstGeom>
        </p:spPr>
      </p:pic>
      <p:grpSp>
        <p:nvGrpSpPr>
          <p:cNvPr name="Group 18" id="1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9" id="19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4597400" y="3746500"/>
            <a:ext cx="1701800" cy="1701800"/>
          </a:xfrm>
          <a:prstGeom prst="rect">
            <a:avLst/>
          </a:prstGeom>
        </p:spPr>
      </p:pic>
      <p:grpSp>
        <p:nvGrpSpPr>
          <p:cNvPr name="Group 20" id="2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20800" y="3746500"/>
            <a:ext cx="1701800" cy="1701800"/>
          </a:xfrm>
          <a:prstGeom prst="rect">
            <a:avLst/>
          </a:prstGeom>
        </p:spPr>
      </p:pic>
      <p:grpSp>
        <p:nvGrpSpPr>
          <p:cNvPr name="Group 22" id="2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3" id="23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159000" y="6921500"/>
            <a:ext cx="1689100" cy="1689100"/>
          </a:xfrm>
          <a:prstGeom prst="rect">
            <a:avLst/>
          </a:prstGeom>
        </p:spPr>
      </p:pic>
      <p:grpSp>
        <p:nvGrpSpPr>
          <p:cNvPr name="Group 24" id="2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5" id="25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889000" y="6921500"/>
            <a:ext cx="1689100" cy="16891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3670300" y="6921500"/>
            <a:ext cx="1689100" cy="1689100"/>
          </a:xfrm>
          <a:prstGeom prst="rect">
            <a:avLst/>
          </a:prstGeom>
        </p:spPr>
      </p:pic>
      <p:grpSp>
        <p:nvGrpSpPr>
          <p:cNvPr name="Group 28" id="2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9" id="29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067300" y="6921500"/>
            <a:ext cx="1689100" cy="1689100"/>
          </a:xfrm>
          <a:prstGeom prst="rect">
            <a:avLst/>
          </a:prstGeom>
        </p:spPr>
      </p:pic>
      <p:grpSp>
        <p:nvGrpSpPr>
          <p:cNvPr name="Group 30" id="3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1" id="31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11899900" y="3708400"/>
            <a:ext cx="2019300" cy="29337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14084300" y="3708400"/>
            <a:ext cx="2032000" cy="2933700"/>
          </a:xfrm>
          <a:prstGeom prst="rect">
            <a:avLst/>
          </a:prstGeom>
        </p:spPr>
      </p:pic>
      <p:grpSp>
        <p:nvGrpSpPr>
          <p:cNvPr name="Group 34" id="3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5" id="35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11899900" y="6870700"/>
            <a:ext cx="4216400" cy="2159000"/>
          </a:xfrm>
          <a:prstGeom prst="rect">
            <a:avLst/>
          </a:prstGeom>
        </p:spPr>
      </p:pic>
      <p:pic>
        <p:nvPicPr>
          <p:cNvPr name="Picture 36" id="3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041400" y="800100"/>
            <a:ext cx="12712700" cy="8001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2209800" y="1028700"/>
            <a:ext cx="12014200" cy="2336800"/>
          </a:xfrm>
          <a:prstGeom prst="rect">
            <a:avLst/>
          </a:prstGeom>
        </p:spPr>
      </p:pic>
      <p:pic>
        <p:nvPicPr>
          <p:cNvPr name="Picture 38" id="38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7277100" y="2870200"/>
            <a:ext cx="3162300" cy="1778000"/>
          </a:xfrm>
          <a:prstGeom prst="rect">
            <a:avLst/>
          </a:prstGeom>
        </p:spPr>
      </p:pic>
      <p:pic>
        <p:nvPicPr>
          <p:cNvPr name="Picture 39" id="39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7645400" y="8572500"/>
            <a:ext cx="863600" cy="10922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9017000" y="8572500"/>
            <a:ext cx="863600" cy="1092200"/>
          </a:xfrm>
          <a:prstGeom prst="rect">
            <a:avLst/>
          </a:prstGeom>
        </p:spPr>
      </p:pic>
      <p:pic>
        <p:nvPicPr>
          <p:cNvPr name="Picture 41" id="41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358900" y="2895600"/>
            <a:ext cx="927100" cy="1778000"/>
          </a:xfrm>
          <a:prstGeom prst="rect">
            <a:avLst/>
          </a:prstGeom>
        </p:spPr>
      </p:pic>
      <p:pic>
        <p:nvPicPr>
          <p:cNvPr name="Picture 42" id="42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358900" y="6019800"/>
            <a:ext cx="1308100" cy="12573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0375900" y="4584700"/>
            <a:ext cx="1346200" cy="1257300"/>
          </a:xfrm>
          <a:prstGeom prst="rect">
            <a:avLst/>
          </a:prstGeom>
        </p:spPr>
      </p:pic>
      <p:pic>
        <p:nvPicPr>
          <p:cNvPr name="Picture 44" id="44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0375900" y="7391400"/>
            <a:ext cx="1397000" cy="1257300"/>
          </a:xfrm>
          <a:prstGeom prst="rect">
            <a:avLst/>
          </a:prstGeom>
        </p:spPr>
      </p:pic>
      <p:pic>
        <p:nvPicPr>
          <p:cNvPr name="Picture 45" id="45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12623800" y="2857500"/>
            <a:ext cx="863600" cy="10922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14770100" y="2870200"/>
            <a:ext cx="863600" cy="1092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143000" y="3200400"/>
            <a:ext cx="8978900" cy="27432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7620000" y="6337300"/>
            <a:ext cx="8978900" cy="24892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064500" y="6540500"/>
            <a:ext cx="8216900" cy="28956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41400" y="800100"/>
            <a:ext cx="12712700" cy="800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3886200" y="1028700"/>
            <a:ext cx="10401300" cy="2336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600200" y="3378200"/>
            <a:ext cx="7366000" cy="3124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tretch>
            <a:fillRect/>
          </a:stretch>
        </p:blipFill>
        <p:spPr>
          <a:xfrm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id="3" name="Group 3"/>
          <p:cNvGrpSpPr/>
          <p:nvPr/>
        </p:nvGrpSpPr>
        <p:grpSpPr>
          <a:xfrm rot="0">
            <a:off x="2147483648" y="2147483648"/>
            <a:ext cx="2147483648" cy="285750016"/>
            <a:chOff x="0" y="0"/>
            <a:chExt cx="914400" cy="914400"/>
          </a:xfrm>
        </p:grpSpPr>
      </p:grpSp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749300" y="9372600"/>
            <a:ext cx="16802100" cy="25400"/>
          </a:xfrm>
          <a:prstGeom prst="rect">
            <a:avLst/>
          </a:prstGeom>
        </p:spPr>
      </p:pic>
      <p:grpSp>
        <p:nvGrpSpPr>
          <p:cNvPr id="5" name="Group 5"/>
          <p:cNvGrpSpPr/>
          <p:nvPr/>
        </p:nvGrpSpPr>
        <p:grpSpPr>
          <a:xfrm rot="0">
            <a:off x="2147483648" y="2147483648"/>
            <a:ext cx="2147483648" cy="285750016"/>
            <a:chOff x="0" y="0"/>
            <a:chExt cx="914400" cy="914400"/>
          </a:xfrm>
        </p:grpSpPr>
      </p:grpSp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>
            <a:off x="749300" y="2819400"/>
            <a:ext cx="16802100" cy="25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5"/>
          <a:stretch>
            <a:fillRect/>
          </a:stretch>
        </p:blipFill>
        <p:spPr>
          <a:xfrm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id="12" name="Picture 12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041400" y="800100"/>
            <a:ext cx="12712700" cy="800100"/>
          </a:xfrm>
          <a:prstGeom prst="rect">
            <a:avLst/>
          </a:prstGeom>
        </p:spPr>
      </p:pic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3048000" y="1028700"/>
            <a:ext cx="11150600" cy="23368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1955800" y="8305800"/>
            <a:ext cx="2527300" cy="5969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1778000" y="8280400"/>
            <a:ext cx="2806700" cy="8001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5511800" y="8305800"/>
            <a:ext cx="3606800" cy="5969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5041900" y="8280400"/>
            <a:ext cx="4356100" cy="8001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9690100" y="8305800"/>
            <a:ext cx="3479800" cy="596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9804400" y="8280400"/>
            <a:ext cx="3314700" cy="800100"/>
          </a:xfrm>
          <a:prstGeom prst="rect">
            <a:avLst/>
          </a:prstGeom>
        </p:spPr>
      </p:pic>
      <p:pic>
        <p:nvPicPr>
          <p:cNvPr id="20" name="Picture 20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4528800" y="8305800"/>
            <a:ext cx="1943100" cy="596900"/>
          </a:xfrm>
          <a:prstGeom prst="rect">
            <a:avLst/>
          </a:prstGeom>
        </p:spPr>
      </p:pic>
      <p:pic>
        <p:nvPicPr>
          <p:cNvPr id="21" name="Picture 21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3106400" y="8280400"/>
            <a:ext cx="4140200" cy="800100"/>
          </a:xfrm>
          <a:prstGeom prst="rect">
            <a:avLst/>
          </a:prstGeom>
        </p:spPr>
      </p:pic>
      <p:pic>
        <p:nvPicPr>
          <p:cNvPr id="26" name="충돌 게임오버.mp4">
            <a:hlinkClick r:id="" action="ppaction://media"/>
          </p:cNvPr>
          <p:cNvPicPr>
            <a:picLocks noRot="1" noChangeAspect="1"/>
          </p:cNvPicPr>
          <p:nvPr>
            <a:videoFile r:link="rId16"/>
            <p:extLst>
              <p:ext uri="{DAA4B4D4-6D71-4841-9C94-3DE7FCFB9230}">
                <p14:media xmlns:p14="http://schemas.microsoft.com/office/powerpoint/2010/main" r:link="rId17"/>
              </p:ext>
            </p:extLst>
          </p:nvPr>
        </p:nvPicPr>
        <p:blipFill rotWithShape="1">
          <a:blip r:embed="rId18"/>
          <a:srcRect r="2220"/>
          <a:stretch>
            <a:fillRect/>
          </a:stretch>
        </p:blipFill>
        <p:spPr>
          <a:xfrm>
            <a:off x="1572354" y="3282022"/>
            <a:ext cx="3361595" cy="4553250"/>
          </a:xfrm>
          <a:prstGeom prst="rect">
            <a:avLst/>
          </a:prstGeom>
        </p:spPr>
      </p:pic>
      <p:pic>
        <p:nvPicPr>
          <p:cNvPr id="27" name="낮 밤 전환.mp4">
            <a:hlinkClick r:id="" action="ppaction://media"/>
          </p:cNvPr>
          <p:cNvPicPr>
            <a:picLocks noRot="1" noChangeAspect="1"/>
          </p:cNvPicPr>
          <p:nvPr>
            <a:videoFile r:link="rId19"/>
            <p:extLst>
              <p:ext uri="{DAA4B4D4-6D71-4841-9C94-3DE7FCFB9230}">
                <p14:media xmlns:p14="http://schemas.microsoft.com/office/powerpoint/2010/main" r:link="rId20"/>
              </p:ext>
            </p:extLst>
          </p:nvPr>
        </p:nvPicPr>
        <p:blipFill rotWithShape="1">
          <a:blip r:embed="rId21"/>
          <a:stretch>
            <a:fillRect/>
          </a:stretch>
        </p:blipFill>
        <p:spPr>
          <a:xfrm>
            <a:off x="13758001" y="3271229"/>
            <a:ext cx="3463198" cy="4586896"/>
          </a:xfrm>
          <a:prstGeom prst="rect">
            <a:avLst/>
          </a:prstGeom>
        </p:spPr>
      </p:pic>
      <p:pic>
        <p:nvPicPr>
          <p:cNvPr id="28" name="배고픔0 게임오버.mp4">
            <a:hlinkClick r:id="" action="ppaction://media"/>
          </p:cNvPr>
          <p:cNvPicPr>
            <a:picLocks noRot="1" noChangeAspect="1"/>
          </p:cNvPicPr>
          <p:nvPr>
            <a:videoFile r:link="rId22"/>
            <p:extLst>
              <p:ext uri="{DAA4B4D4-6D71-4841-9C94-3DE7FCFB9230}">
                <p14:media xmlns:p14="http://schemas.microsoft.com/office/powerpoint/2010/main" r:link="rId23"/>
              </p:ext>
            </p:extLst>
          </p:nvPr>
        </p:nvPicPr>
        <p:blipFill rotWithShape="1">
          <a:blip r:embed="rId24"/>
          <a:stretch>
            <a:fillRect/>
          </a:stretch>
        </p:blipFill>
        <p:spPr>
          <a:xfrm>
            <a:off x="9734550" y="3303367"/>
            <a:ext cx="3475518" cy="4554758"/>
          </a:xfrm>
          <a:prstGeom prst="rect">
            <a:avLst/>
          </a:prstGeom>
        </p:spPr>
      </p:pic>
      <p:pic>
        <p:nvPicPr>
          <p:cNvPr id="29" name="아이템섭취 배고픔+1.mp4">
            <a:hlinkClick r:id="" action="ppaction://media"/>
          </p:cNvPr>
          <p:cNvPicPr>
            <a:picLocks noRot="1" noChangeAspect="1"/>
          </p:cNvPicPr>
          <p:nvPr>
            <a:videoFile r:link="rId25"/>
            <p:extLst>
              <p:ext uri="{DAA4B4D4-6D71-4841-9C94-3DE7FCFB9230}">
                <p14:media xmlns:p14="http://schemas.microsoft.com/office/powerpoint/2010/main" r:link="rId26"/>
              </p:ext>
            </p:extLst>
          </p:nvPr>
        </p:nvPicPr>
        <p:blipFill rotWithShape="1">
          <a:blip r:embed="rId27"/>
          <a:stretch>
            <a:fillRect/>
          </a:stretch>
        </p:blipFill>
        <p:spPr>
          <a:xfrm>
            <a:off x="5562156" y="3297677"/>
            <a:ext cx="3486593" cy="45509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77160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00000)">
                                      <p:cBhvr>
                                        <p:cTn id="6" dur="2792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00000)">
                                      <p:cBhvr>
                                        <p:cTn id="8" dur="1917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9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00000)">
                                      <p:cBhvr>
                                        <p:cTn id="10" dur="4625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11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00000)">
                                      <p:cBhvr>
                                        <p:cTn id="12" dur="420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13" restart="whenNotActive" fill="hold" evtFilter="cancelBubble" nodeType="interactiveSeq">
                <p:stCondLst>
                  <p:cond evt="onClick" delay="0">
                    <p:tgtEl>
                      <p:spTgt spid="26"/>
                    </p:tgtEl>
                  </p:cond>
                </p:stCondLst>
                <p:endSync evt="end" delay="0"/>
                <p:childTnLst>
                  <p:par>
                    <p:cTn id="14" fill="hold">
                      <p:stCondLst>
                        <p:cond delay="0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7" dur="2792" fill="hold"/>
                                        <p:tgtEl>
                                          <p:spTgt spid="2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6"/>
                  </p:tgtEl>
                </p:cond>
              </p:nextCondLst>
            </p:seq>
            <p:seq concurrent="1" nextAc="seek">
              <p:cTn id="18" restart="whenNotActive" fill="hold" evtFilter="cancelBubble" nodeType="interactiveSeq">
                <p:stCondLst>
                  <p:cond evt="onClick" delay="0">
                    <p:tgtEl>
                      <p:spTgt spid="29"/>
                    </p:tgtEl>
                  </p:cond>
                </p:stCondLst>
                <p:endSync evt="end" delay="0"/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2" dur="1917" fill="hold"/>
                                        <p:tgtEl>
                                          <p:spTgt spid="29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</p:seq>
            <p:seq concurrent="1" nextAc="seek">
              <p:cTn id="23" restart="whenNotActive" fill="hold" evtFilter="cancelBubble" nodeType="interactiveSeq">
                <p:stCondLst>
                  <p:cond evt="onClick" delay="0">
                    <p:tgtEl>
                      <p:spTgt spid="28"/>
                    </p:tgtEl>
                  </p:cond>
                </p:stCondLst>
                <p:endSync evt="end" delay="0"/>
                <p:childTnLst>
                  <p:par>
                    <p:cTn id="24" fill="hold">
                      <p:stCondLst>
                        <p:cond delay="0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27" dur="4625" fill="hold"/>
                                        <p:tgtEl>
                                          <p:spTgt spid="28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8"/>
                  </p:tgtEl>
                </p:cond>
              </p:nextCondLst>
            </p:seq>
            <p:seq concurrent="1" nextAc="seek">
              <p:cTn id="28" restart="whenNotActive" fill="hold" evtFilter="cancelBubble" nodeType="interactiveSeq">
                <p:stCondLst>
                  <p:cond evt="onClick" delay="0">
                    <p:tgtEl>
                      <p:spTgt spid="27"/>
                    </p:tgtEl>
                  </p:cond>
                </p:stCondLst>
                <p:endSync evt="end" delay="0"/>
                <p:childTnLst>
                  <p:par>
                    <p:cTn id="29" fill="hold">
                      <p:stCondLst>
                        <p:cond delay="0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32" dur="4209" fill="hold"/>
                                        <p:tgtEl>
                                          <p:spTgt spid="27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7"/>
                  </p:tgtEl>
                </p:cond>
              </p:nextCondLst>
            </p:seq>
            <p:video>
              <p:cMediaNode vol="80000" mute="1">
                <p:cTn id="33" repeatCount="indefinite" fill="hold" display="0">
                  <p:stCondLst>
                    <p:cond delay="indefinite"/>
                  </p:stCondLst>
                </p:cTn>
                <p:tgtEl>
                  <p:spTgt spid="26"/>
                </p:tgtEl>
              </p:cMediaNode>
            </p:video>
            <p:video>
              <p:cMediaNode vol="80000" mute="1">
                <p:cTn id="34" repeatCount="indefinite" fill="hold" display="0">
                  <p:stCondLst>
                    <p:cond delay="indefinite"/>
                  </p:stCondLst>
                </p:cTn>
                <p:tgtEl>
                  <p:spTgt spid="29"/>
                </p:tgtEl>
              </p:cMediaNode>
            </p:video>
            <p:video>
              <p:cMediaNode vol="80000" mute="1">
                <p:cTn id="35" repeatCount="indefinite" fill="hold" display="0">
                  <p:stCondLst>
                    <p:cond delay="indefinite"/>
                  </p:stCondLst>
                </p:cTn>
                <p:tgtEl>
                  <p:spTgt spid="28"/>
                </p:tgtEl>
              </p:cMediaNode>
            </p:video>
            <p:video>
              <p:cMediaNode vol="80000" mute="1">
                <p:cTn id="36" repeatCount="indefinite" fill="hold" display="0">
                  <p:stCondLst>
                    <p:cond delay="indefinite"/>
                  </p:stCondLst>
                </p:cTn>
                <p:tgtEl>
                  <p:spTgt spid="27"/>
                </p:tgtEl>
              </p:cMediaNode>
            </p:video>
          </p:childTnLst>
        </p:cTn>
      </p:par>
    </p:tnLst>
  </p:timing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393700" y="6248400"/>
            <a:ext cx="17360900" cy="29337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692400" y="2781300"/>
            <a:ext cx="368300" cy="292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540000">
            <a:off x="6350000" y="9296400"/>
            <a:ext cx="1524000" cy="4445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609600" y="927100"/>
            <a:ext cx="5549900" cy="1689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692400" y="3822700"/>
            <a:ext cx="368300" cy="292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692400" y="4991100"/>
            <a:ext cx="368300" cy="292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2692400" y="5981700"/>
            <a:ext cx="368300" cy="292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953000" y="7112000"/>
            <a:ext cx="368300" cy="292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953000" y="8153400"/>
            <a:ext cx="368300" cy="2921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9728200" y="7086600"/>
            <a:ext cx="368300" cy="2921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0769600" y="8153400"/>
            <a:ext cx="368300" cy="292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-240000">
            <a:off x="10312400" y="9169400"/>
            <a:ext cx="5689600" cy="4445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738600" y="7848600"/>
            <a:ext cx="368300" cy="292100"/>
          </a:xfrm>
          <a:prstGeom prst="rect">
            <a:avLst/>
          </a:prstGeom>
        </p:spPr>
      </p:pic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7920000">
            <a:off x="4889500" y="6553200"/>
            <a:ext cx="469900" cy="469900"/>
          </a:xfrm>
          <a:prstGeom prst="rect">
            <a:avLst/>
          </a:prstGeom>
        </p:spPr>
      </p:pic>
      <p:pic>
        <p:nvPicPr>
          <p:cNvPr name="Picture 18" id="18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7920000">
            <a:off x="9677400" y="6553200"/>
            <a:ext cx="469900" cy="469900"/>
          </a:xfrm>
          <a:prstGeom prst="rect">
            <a:avLst/>
          </a:prstGeom>
        </p:spPr>
      </p:pic>
      <p:grpSp>
        <p:nvGrpSpPr>
          <p:cNvPr name="Group 19" id="1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0" id="20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219200" y="4152900"/>
            <a:ext cx="3327400" cy="800100"/>
          </a:xfrm>
          <a:prstGeom prst="rect">
            <a:avLst/>
          </a:prstGeom>
        </p:spPr>
      </p:pic>
      <p:pic>
        <p:nvPicPr>
          <p:cNvPr name="Picture 21" id="21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397000" y="4229100"/>
            <a:ext cx="3124200" cy="11938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736600" y="990600"/>
            <a:ext cx="5422900" cy="1689100"/>
          </a:xfrm>
          <a:prstGeom prst="rect">
            <a:avLst/>
          </a:prstGeom>
        </p:spPr>
      </p:pic>
      <p:grpSp>
        <p:nvGrpSpPr>
          <p:cNvPr name="Group 23" id="23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4" id="24"/>
          <p:cNvPicPr>
            <a:picLocks noChangeAspect="true"/>
          </p:cNvPicPr>
          <p:nvPr/>
        </p:nvPicPr>
        <p:blipFill>
          <a:blip r:embed="rId13"/>
          <a:stretch>
            <a:fillRect/>
          </a:stretch>
        </p:blipFill>
        <p:spPr>
          <a:xfrm rot="0">
            <a:off x="2095500" y="3187700"/>
            <a:ext cx="1816100" cy="5969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14"/>
          <a:stretch>
            <a:fillRect/>
          </a:stretch>
        </p:blipFill>
        <p:spPr>
          <a:xfrm rot="0">
            <a:off x="2222500" y="3213100"/>
            <a:ext cx="1714500" cy="1193800"/>
          </a:xfrm>
          <a:prstGeom prst="rect">
            <a:avLst/>
          </a:prstGeom>
        </p:spPr>
      </p:pic>
      <p:grpSp>
        <p:nvGrpSpPr>
          <p:cNvPr name="Group 26" id="2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27" id="27"/>
          <p:cNvPicPr>
            <a:picLocks noChangeAspect="true"/>
          </p:cNvPicPr>
          <p:nvPr/>
        </p:nvPicPr>
        <p:blipFill>
          <a:blip r:embed="rId15"/>
          <a:stretch>
            <a:fillRect/>
          </a:stretch>
        </p:blipFill>
        <p:spPr>
          <a:xfrm rot="0">
            <a:off x="5207000" y="6388100"/>
            <a:ext cx="4622800" cy="596900"/>
          </a:xfrm>
          <a:prstGeom prst="rect">
            <a:avLst/>
          </a:prstGeom>
        </p:spPr>
      </p:pic>
      <p:pic>
        <p:nvPicPr>
          <p:cNvPr name="Picture 28" id="28"/>
          <p:cNvPicPr>
            <a:picLocks noChangeAspect="true"/>
          </p:cNvPicPr>
          <p:nvPr/>
        </p:nvPicPr>
        <p:blipFill>
          <a:blip r:embed="rId16"/>
          <a:stretch>
            <a:fillRect/>
          </a:stretch>
        </p:blipFill>
        <p:spPr>
          <a:xfrm rot="0">
            <a:off x="5321300" y="6337300"/>
            <a:ext cx="4572000" cy="800100"/>
          </a:xfrm>
          <a:prstGeom prst="rect">
            <a:avLst/>
          </a:prstGeom>
        </p:spPr>
      </p:pic>
      <p:grpSp>
        <p:nvGrpSpPr>
          <p:cNvPr name="Group 29" id="2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0" id="30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609600" y="6388100"/>
            <a:ext cx="4419600" cy="596900"/>
          </a:xfrm>
          <a:prstGeom prst="rect">
            <a:avLst/>
          </a:prstGeom>
        </p:spPr>
      </p:pic>
      <p:pic>
        <p:nvPicPr>
          <p:cNvPr name="Picture 31" id="31"/>
          <p:cNvPicPr>
            <a:picLocks noChangeAspect="true"/>
          </p:cNvPicPr>
          <p:nvPr/>
        </p:nvPicPr>
        <p:blipFill>
          <a:blip r:embed="rId18"/>
          <a:stretch>
            <a:fillRect/>
          </a:stretch>
        </p:blipFill>
        <p:spPr>
          <a:xfrm rot="0">
            <a:off x="698500" y="6337300"/>
            <a:ext cx="4330700" cy="800100"/>
          </a:xfrm>
          <a:prstGeom prst="rect">
            <a:avLst/>
          </a:prstGeom>
        </p:spPr>
      </p:pic>
      <p:grpSp>
        <p:nvGrpSpPr>
          <p:cNvPr name="Group 32" id="3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3" id="33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1574800" y="7518400"/>
            <a:ext cx="6210300" cy="5969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20"/>
          <a:stretch>
            <a:fillRect/>
          </a:stretch>
        </p:blipFill>
        <p:spPr>
          <a:xfrm rot="0">
            <a:off x="1816100" y="7493000"/>
            <a:ext cx="5994400" cy="1193800"/>
          </a:xfrm>
          <a:prstGeom prst="rect">
            <a:avLst/>
          </a:prstGeom>
        </p:spPr>
      </p:pic>
      <p:grpSp>
        <p:nvGrpSpPr>
          <p:cNvPr name="Group 35" id="3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6" id="36"/>
          <p:cNvPicPr>
            <a:picLocks noChangeAspect="true"/>
          </p:cNvPicPr>
          <p:nvPr/>
        </p:nvPicPr>
        <p:blipFill>
          <a:blip r:embed="rId19"/>
          <a:stretch>
            <a:fillRect/>
          </a:stretch>
        </p:blipFill>
        <p:spPr>
          <a:xfrm rot="0">
            <a:off x="8140700" y="7518400"/>
            <a:ext cx="6210300" cy="596900"/>
          </a:xfrm>
          <a:prstGeom prst="rect">
            <a:avLst/>
          </a:prstGeom>
        </p:spPr>
      </p:pic>
      <p:pic>
        <p:nvPicPr>
          <p:cNvPr name="Picture 37" id="37"/>
          <p:cNvPicPr>
            <a:picLocks noChangeAspect="true"/>
          </p:cNvPicPr>
          <p:nvPr/>
        </p:nvPicPr>
        <p:blipFill>
          <a:blip r:embed="rId21"/>
          <a:stretch>
            <a:fillRect/>
          </a:stretch>
        </p:blipFill>
        <p:spPr>
          <a:xfrm rot="0">
            <a:off x="8331200" y="7493000"/>
            <a:ext cx="5994400" cy="1193800"/>
          </a:xfrm>
          <a:prstGeom prst="rect">
            <a:avLst/>
          </a:prstGeom>
        </p:spPr>
      </p:pic>
      <p:grpSp>
        <p:nvGrpSpPr>
          <p:cNvPr name="Group 38" id="3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39" id="39"/>
          <p:cNvPicPr>
            <a:picLocks noChangeAspect="true"/>
          </p:cNvPicPr>
          <p:nvPr/>
        </p:nvPicPr>
        <p:blipFill>
          <a:blip r:embed="rId22"/>
          <a:stretch>
            <a:fillRect/>
          </a:stretch>
        </p:blipFill>
        <p:spPr>
          <a:xfrm rot="0">
            <a:off x="8089900" y="9220200"/>
            <a:ext cx="2108200" cy="596900"/>
          </a:xfrm>
          <a:prstGeom prst="rect">
            <a:avLst/>
          </a:prstGeom>
        </p:spPr>
      </p:pic>
      <p:pic>
        <p:nvPicPr>
          <p:cNvPr name="Picture 40" id="40"/>
          <p:cNvPicPr>
            <a:picLocks noChangeAspect="true"/>
          </p:cNvPicPr>
          <p:nvPr/>
        </p:nvPicPr>
        <p:blipFill>
          <a:blip r:embed="rId23"/>
          <a:stretch>
            <a:fillRect/>
          </a:stretch>
        </p:blipFill>
        <p:spPr>
          <a:xfrm rot="0">
            <a:off x="8216900" y="9220200"/>
            <a:ext cx="1968500" cy="1193800"/>
          </a:xfrm>
          <a:prstGeom prst="rect">
            <a:avLst/>
          </a:prstGeom>
        </p:spPr>
      </p:pic>
      <p:grpSp>
        <p:nvGrpSpPr>
          <p:cNvPr name="Group 41" id="41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2" id="42"/>
          <p:cNvPicPr>
            <a:picLocks noChangeAspect="true"/>
          </p:cNvPicPr>
          <p:nvPr/>
        </p:nvPicPr>
        <p:blipFill>
          <a:blip r:embed="rId24"/>
          <a:stretch>
            <a:fillRect/>
          </a:stretch>
        </p:blipFill>
        <p:spPr>
          <a:xfrm rot="0">
            <a:off x="14668500" y="6388100"/>
            <a:ext cx="889000" cy="596900"/>
          </a:xfrm>
          <a:prstGeom prst="rect">
            <a:avLst/>
          </a:prstGeom>
        </p:spPr>
      </p:pic>
      <p:pic>
        <p:nvPicPr>
          <p:cNvPr name="Picture 43" id="43"/>
          <p:cNvPicPr>
            <a:picLocks noChangeAspect="true"/>
          </p:cNvPicPr>
          <p:nvPr/>
        </p:nvPicPr>
        <p:blipFill>
          <a:blip r:embed="rId25"/>
          <a:stretch>
            <a:fillRect/>
          </a:stretch>
        </p:blipFill>
        <p:spPr>
          <a:xfrm rot="0">
            <a:off x="15697200" y="6388100"/>
            <a:ext cx="1765300" cy="596900"/>
          </a:xfrm>
          <a:prstGeom prst="rect">
            <a:avLst/>
          </a:prstGeom>
        </p:spPr>
      </p:pic>
      <p:grpSp>
        <p:nvGrpSpPr>
          <p:cNvPr name="Group 44" id="4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45" id="45"/>
          <p:cNvPicPr>
            <a:picLocks noChangeAspect="true"/>
          </p:cNvPicPr>
          <p:nvPr/>
        </p:nvPicPr>
        <p:blipFill>
          <a:blip r:embed="rId17"/>
          <a:stretch>
            <a:fillRect/>
          </a:stretch>
        </p:blipFill>
        <p:spPr>
          <a:xfrm rot="0">
            <a:off x="9969500" y="6388100"/>
            <a:ext cx="4419600" cy="596900"/>
          </a:xfrm>
          <a:prstGeom prst="rect">
            <a:avLst/>
          </a:prstGeom>
        </p:spPr>
      </p:pic>
      <p:pic>
        <p:nvPicPr>
          <p:cNvPr name="Picture 46" id="46"/>
          <p:cNvPicPr>
            <a:picLocks noChangeAspect="true"/>
          </p:cNvPicPr>
          <p:nvPr/>
        </p:nvPicPr>
        <p:blipFill>
          <a:blip r:embed="rId26"/>
          <a:stretch>
            <a:fillRect/>
          </a:stretch>
        </p:blipFill>
        <p:spPr>
          <a:xfrm rot="0">
            <a:off x="10134600" y="6337300"/>
            <a:ext cx="4330700" cy="800100"/>
          </a:xfrm>
          <a:prstGeom prst="rect">
            <a:avLst/>
          </a:prstGeom>
        </p:spPr>
      </p:pic>
      <p:pic>
        <p:nvPicPr>
          <p:cNvPr name="Picture 47" id="47"/>
          <p:cNvPicPr>
            <a:picLocks noChangeAspect="true"/>
          </p:cNvPicPr>
          <p:nvPr/>
        </p:nvPicPr>
        <p:blipFill>
          <a:blip r:embed="rId27"/>
          <a:stretch>
            <a:fillRect/>
          </a:stretch>
        </p:blipFill>
        <p:spPr>
          <a:xfrm rot="0">
            <a:off x="14757400" y="6299200"/>
            <a:ext cx="889000" cy="838200"/>
          </a:xfrm>
          <a:prstGeom prst="rect">
            <a:avLst/>
          </a:prstGeom>
        </p:spPr>
      </p:pic>
      <p:pic>
        <p:nvPicPr>
          <p:cNvPr name="Picture 48" id="48"/>
          <p:cNvPicPr>
            <a:picLocks noChangeAspect="true"/>
          </p:cNvPicPr>
          <p:nvPr/>
        </p:nvPicPr>
        <p:blipFill>
          <a:blip r:embed="rId28"/>
          <a:stretch>
            <a:fillRect/>
          </a:stretch>
        </p:blipFill>
        <p:spPr>
          <a:xfrm rot="0">
            <a:off x="15798800" y="6375400"/>
            <a:ext cx="1790700" cy="1193800"/>
          </a:xfrm>
          <a:prstGeom prst="rect">
            <a:avLst/>
          </a:prstGeom>
        </p:spPr>
      </p:pic>
      <p:grpSp>
        <p:nvGrpSpPr>
          <p:cNvPr name="Group 49" id="49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0" id="50"/>
          <p:cNvPicPr>
            <a:picLocks noChangeAspect="true"/>
          </p:cNvPicPr>
          <p:nvPr/>
        </p:nvPicPr>
        <p:blipFill>
          <a:blip r:embed="rId29"/>
          <a:stretch>
            <a:fillRect/>
          </a:stretch>
        </p:blipFill>
        <p:spPr>
          <a:xfrm rot="0">
            <a:off x="3835400" y="8483600"/>
            <a:ext cx="2578100" cy="596900"/>
          </a:xfrm>
          <a:prstGeom prst="rect">
            <a:avLst/>
          </a:prstGeom>
        </p:spPr>
      </p:pic>
      <p:pic>
        <p:nvPicPr>
          <p:cNvPr name="Picture 51" id="51"/>
          <p:cNvPicPr>
            <a:picLocks noChangeAspect="true"/>
          </p:cNvPicPr>
          <p:nvPr/>
        </p:nvPicPr>
        <p:blipFill>
          <a:blip r:embed="rId30"/>
          <a:stretch>
            <a:fillRect/>
          </a:stretch>
        </p:blipFill>
        <p:spPr>
          <a:xfrm rot="0">
            <a:off x="3949700" y="8496300"/>
            <a:ext cx="2603500" cy="1193800"/>
          </a:xfrm>
          <a:prstGeom prst="rect">
            <a:avLst/>
          </a:prstGeom>
        </p:spPr>
      </p:pic>
      <p:grpSp>
        <p:nvGrpSpPr>
          <p:cNvPr name="Group 52" id="5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3" id="53"/>
          <p:cNvPicPr>
            <a:picLocks noChangeAspect="true"/>
          </p:cNvPicPr>
          <p:nvPr/>
        </p:nvPicPr>
        <p:blipFill>
          <a:blip r:embed="rId31"/>
          <a:stretch>
            <a:fillRect/>
          </a:stretch>
        </p:blipFill>
        <p:spPr>
          <a:xfrm rot="0">
            <a:off x="9766300" y="8483600"/>
            <a:ext cx="2692400" cy="596900"/>
          </a:xfrm>
          <a:prstGeom prst="rect">
            <a:avLst/>
          </a:prstGeom>
        </p:spPr>
      </p:pic>
      <p:pic>
        <p:nvPicPr>
          <p:cNvPr name="Picture 54" id="54"/>
          <p:cNvPicPr>
            <a:picLocks noChangeAspect="true"/>
          </p:cNvPicPr>
          <p:nvPr/>
        </p:nvPicPr>
        <p:blipFill>
          <a:blip r:embed="rId32"/>
          <a:stretch>
            <a:fillRect/>
          </a:stretch>
        </p:blipFill>
        <p:spPr>
          <a:xfrm rot="0">
            <a:off x="9867900" y="8483600"/>
            <a:ext cx="2654300" cy="1193800"/>
          </a:xfrm>
          <a:prstGeom prst="rect">
            <a:avLst/>
          </a:prstGeom>
        </p:spPr>
      </p:pic>
      <p:grpSp>
        <p:nvGrpSpPr>
          <p:cNvPr name="Group 55" id="5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6" id="56"/>
          <p:cNvPicPr>
            <a:picLocks noChangeAspect="true"/>
          </p:cNvPicPr>
          <p:nvPr/>
        </p:nvPicPr>
        <p:blipFill>
          <a:blip r:embed="rId33"/>
          <a:stretch>
            <a:fillRect/>
          </a:stretch>
        </p:blipFill>
        <p:spPr>
          <a:xfrm rot="0">
            <a:off x="14719300" y="8166100"/>
            <a:ext cx="2933700" cy="596900"/>
          </a:xfrm>
          <a:prstGeom prst="rect">
            <a:avLst/>
          </a:prstGeom>
        </p:spPr>
      </p:pic>
      <p:pic>
        <p:nvPicPr>
          <p:cNvPr name="Picture 57" id="57"/>
          <p:cNvPicPr>
            <a:picLocks noChangeAspect="true"/>
          </p:cNvPicPr>
          <p:nvPr/>
        </p:nvPicPr>
        <p:blipFill>
          <a:blip r:embed="rId34"/>
          <a:stretch>
            <a:fillRect/>
          </a:stretch>
        </p:blipFill>
        <p:spPr>
          <a:xfrm rot="0">
            <a:off x="14795500" y="8140700"/>
            <a:ext cx="2857500" cy="800100"/>
          </a:xfrm>
          <a:prstGeom prst="rect">
            <a:avLst/>
          </a:prstGeom>
        </p:spPr>
      </p:pic>
      <p:grpSp>
        <p:nvGrpSpPr>
          <p:cNvPr name="Group 58" id="5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9" id="59"/>
          <p:cNvPicPr>
            <a:picLocks noChangeAspect="true"/>
          </p:cNvPicPr>
          <p:nvPr/>
        </p:nvPicPr>
        <p:blipFill>
          <a:blip r:embed="rId35"/>
          <a:stretch>
            <a:fillRect/>
          </a:stretch>
        </p:blipFill>
        <p:spPr>
          <a:xfrm rot="0">
            <a:off x="1739900" y="5334000"/>
            <a:ext cx="2540000" cy="596900"/>
          </a:xfrm>
          <a:prstGeom prst="rect">
            <a:avLst/>
          </a:prstGeom>
        </p:spPr>
      </p:pic>
      <p:pic>
        <p:nvPicPr>
          <p:cNvPr name="Picture 60" id="60"/>
          <p:cNvPicPr>
            <a:picLocks noChangeAspect="true"/>
          </p:cNvPicPr>
          <p:nvPr/>
        </p:nvPicPr>
        <p:blipFill>
          <a:blip r:embed="rId36"/>
          <a:stretch>
            <a:fillRect/>
          </a:stretch>
        </p:blipFill>
        <p:spPr>
          <a:xfrm rot="0">
            <a:off x="1828800" y="5346700"/>
            <a:ext cx="2552700" cy="1193800"/>
          </a:xfrm>
          <a:prstGeom prst="rect">
            <a:avLst/>
          </a:prstGeom>
        </p:spPr>
      </p:pic>
      <p:pic>
        <p:nvPicPr>
          <p:cNvPr name="Picture 61" id="61"/>
          <p:cNvPicPr>
            <a:picLocks noChangeAspect="true"/>
          </p:cNvPicPr>
          <p:nvPr/>
        </p:nvPicPr>
        <p:blipFill>
          <a:blip r:embed="rId37"/>
          <a:stretch>
            <a:fillRect/>
          </a:stretch>
        </p:blipFill>
        <p:spPr>
          <a:xfrm rot="0">
            <a:off x="14046200" y="876300"/>
            <a:ext cx="4546600" cy="1028700"/>
          </a:xfrm>
          <a:prstGeom prst="rect">
            <a:avLst/>
          </a:prstGeom>
        </p:spPr>
      </p:pic>
      <p:pic>
        <p:nvPicPr>
          <p:cNvPr name="Picture 62" id="62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4947900" y="6985000"/>
            <a:ext cx="368300" cy="292100"/>
          </a:xfrm>
          <a:prstGeom prst="rect">
            <a:avLst/>
          </a:prstGeom>
        </p:spPr>
      </p:pic>
      <p:pic>
        <p:nvPicPr>
          <p:cNvPr name="Picture 63" id="63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16662400" y="6946900"/>
            <a:ext cx="368300" cy="292100"/>
          </a:xfrm>
          <a:prstGeom prst="rect">
            <a:avLst/>
          </a:prstGeom>
        </p:spPr>
      </p:pic>
      <p:grpSp>
        <p:nvGrpSpPr>
          <p:cNvPr name="Group 64" id="6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5" id="65"/>
          <p:cNvPicPr>
            <a:picLocks noChangeAspect="true"/>
          </p:cNvPicPr>
          <p:nvPr/>
        </p:nvPicPr>
        <p:blipFill>
          <a:blip r:embed="rId38"/>
          <a:stretch>
            <a:fillRect/>
          </a:stretch>
        </p:blipFill>
        <p:spPr>
          <a:xfrm rot="0">
            <a:off x="14579600" y="7302500"/>
            <a:ext cx="1384300" cy="596900"/>
          </a:xfrm>
          <a:prstGeom prst="rect">
            <a:avLst/>
          </a:prstGeom>
        </p:spPr>
      </p:pic>
      <p:pic>
        <p:nvPicPr>
          <p:cNvPr name="Picture 66" id="66"/>
          <p:cNvPicPr>
            <a:picLocks noChangeAspect="true"/>
          </p:cNvPicPr>
          <p:nvPr/>
        </p:nvPicPr>
        <p:blipFill>
          <a:blip r:embed="rId39"/>
          <a:stretch>
            <a:fillRect/>
          </a:stretch>
        </p:blipFill>
        <p:spPr>
          <a:xfrm rot="0">
            <a:off x="14655800" y="7239000"/>
            <a:ext cx="1409700" cy="838200"/>
          </a:xfrm>
          <a:prstGeom prst="rect">
            <a:avLst/>
          </a:prstGeom>
        </p:spPr>
      </p:pic>
      <p:pic>
        <p:nvPicPr>
          <p:cNvPr name="Picture 67" id="67"/>
          <p:cNvPicPr>
            <a:picLocks noChangeAspect="true"/>
          </p:cNvPicPr>
          <p:nvPr/>
        </p:nvPicPr>
        <p:blipFill>
          <a:blip r:embed="rId40"/>
          <a:stretch>
            <a:fillRect/>
          </a:stretch>
        </p:blipFill>
        <p:spPr>
          <a:xfrm rot="0">
            <a:off x="16040100" y="7251700"/>
            <a:ext cx="1511300" cy="596900"/>
          </a:xfrm>
          <a:prstGeom prst="rect">
            <a:avLst/>
          </a:prstGeom>
        </p:spPr>
      </p:pic>
      <p:pic>
        <p:nvPicPr>
          <p:cNvPr name="Picture 68" id="68"/>
          <p:cNvPicPr>
            <a:picLocks noChangeAspect="true"/>
          </p:cNvPicPr>
          <p:nvPr/>
        </p:nvPicPr>
        <p:blipFill>
          <a:blip r:embed="rId41"/>
          <a:stretch>
            <a:fillRect/>
          </a:stretch>
        </p:blipFill>
        <p:spPr>
          <a:xfrm rot="0">
            <a:off x="16065500" y="7226300"/>
            <a:ext cx="1651000" cy="8001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8470900" y="4051300"/>
            <a:ext cx="165100" cy="279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028700" y="7035800"/>
            <a:ext cx="4191000" cy="21082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565900" y="7950200"/>
            <a:ext cx="165100" cy="2794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055100" y="2730500"/>
            <a:ext cx="8318500" cy="32258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22300" y="1016000"/>
            <a:ext cx="7848600" cy="54864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7848600" y="5969000"/>
            <a:ext cx="7975600" cy="38481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9499600" y="3124200"/>
            <a:ext cx="7581900" cy="29845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587500" y="7467600"/>
            <a:ext cx="2108200" cy="13716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12"/>
          <a:stretch>
            <a:fillRect/>
          </a:stretch>
        </p:blipFill>
        <p:spPr>
          <a:xfrm rot="0">
            <a:off x="2705100" y="342900"/>
            <a:ext cx="17919700" cy="2336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r="http://schemas.openxmlformats.org/officeDocument/2006/relationships" xmlns:c="http://schemas.openxmlformats.org/drawingml/2006/chart" xmlns:a="http://schemas.openxmlformats.org/drawingml/2006/main" xmlns:dgm="http://schemas.openxmlformats.org/drawingml/2006/diagram" xmlns:dsp="http://schemas.microsoft.com/office/drawing/2008/diagram" xmlns:p="http://schemas.openxmlformats.org/presentationml/2006/main">
  <p:cSld>
    <p:bg>
      <p:bgPr shadeToTitle="0"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id="4" name="Picture 4"/>
          <p:cNvPicPr>
            <a:picLocks noChangeAspect="1"/>
          </p:cNvPicPr>
          <p:nvPr/>
        </p:nvPicPr>
        <p:blipFill rotWithShape="1">
          <a:blip r:embed="rId4"/>
          <a:stretch>
            <a:fillRect/>
          </a:stretch>
        </p:blipFill>
        <p:spPr>
          <a:xfrm rot="5400000">
            <a:off x="2628900" y="8026400"/>
            <a:ext cx="215900" cy="342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477000" y="406400"/>
            <a:ext cx="13754100" cy="2336800"/>
          </a:xfrm>
          <a:prstGeom prst="rect">
            <a:avLst/>
          </a:prstGeom>
        </p:spPr>
      </p:pic>
      <p:pic>
        <p:nvPicPr>
          <p:cNvPr id="6" name="Picture 6"/>
          <p:cNvPicPr>
            <a:picLocks noChangeAspect="1"/>
          </p:cNvPicPr>
          <p:nvPr/>
        </p:nvPicPr>
        <p:blipFill rotWithShape="1">
          <a:blip r:embed="rId6"/>
          <a:stretch>
            <a:fillRect/>
          </a:stretch>
        </p:blipFill>
        <p:spPr>
          <a:xfrm>
            <a:off x="1587500" y="8610600"/>
            <a:ext cx="2286000" cy="914400"/>
          </a:xfrm>
          <a:prstGeom prst="rect">
            <a:avLst/>
          </a:prstGeom>
        </p:spPr>
      </p:pic>
      <p:pic>
        <p:nvPicPr>
          <p:cNvPr id="7" name="Picture 7"/>
          <p:cNvPicPr>
            <a:picLocks noChangeAspect="1"/>
          </p:cNvPicPr>
          <p:nvPr/>
        </p:nvPicPr>
        <p:blipFill rotWithShape="1">
          <a:blip r:embed="rId7"/>
          <a:stretch>
            <a:fillRect/>
          </a:stretch>
        </p:blipFill>
        <p:spPr>
          <a:xfrm>
            <a:off x="1981200" y="8737600"/>
            <a:ext cx="1651000" cy="901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id="9" name="Picture 9"/>
          <p:cNvPicPr>
            <a:picLocks noChangeAspect="1"/>
          </p:cNvPicPr>
          <p:nvPr/>
        </p:nvPicPr>
        <p:blipFill rotWithShape="1">
          <a:blip r:embed="rId8"/>
          <a:stretch>
            <a:fillRect/>
          </a:stretch>
        </p:blipFill>
        <p:spPr>
          <a:xfrm>
            <a:off x="7162800" y="2247900"/>
            <a:ext cx="6172200" cy="3873500"/>
          </a:xfrm>
          <a:prstGeom prst="rect">
            <a:avLst/>
          </a:prstGeom>
        </p:spPr>
      </p:pic>
      <p:grpSp>
        <p:nvGrpSpPr>
          <p:cNvPr name="Group 10" id="10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id="11" name="Picture 11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>
          <a:xfrm>
            <a:off x="584200" y="1714500"/>
            <a:ext cx="6121400" cy="6172200"/>
          </a:xfrm>
          <a:prstGeom prst="rect">
            <a:avLst/>
          </a:prstGeom>
        </p:spPr>
      </p:pic>
      <p:grpSp>
        <p:nvGrpSpPr>
          <p:cNvPr name="Group 12" id="12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id="13" name="Picture 13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>
          <a:xfrm>
            <a:off x="7162800" y="6400800"/>
            <a:ext cx="6172200" cy="2197100"/>
          </a:xfrm>
          <a:prstGeom prst="rect">
            <a:avLst/>
          </a:prstGeom>
        </p:spPr>
      </p:pic>
      <p:pic>
        <p:nvPicPr>
          <p:cNvPr id="14" name="Picture 14"/>
          <p:cNvPicPr>
            <a:picLocks noChangeAspect="1"/>
          </p:cNvPicPr>
          <p:nvPr/>
        </p:nvPicPr>
        <p:blipFill rotWithShape="1">
          <a:blip r:embed="rId11"/>
          <a:stretch>
            <a:fillRect/>
          </a:stretch>
        </p:blipFill>
        <p:spPr>
          <a:xfrm>
            <a:off x="14236700" y="3670300"/>
            <a:ext cx="2946400" cy="914400"/>
          </a:xfrm>
          <a:prstGeom prst="rect">
            <a:avLst/>
          </a:prstGeom>
        </p:spPr>
      </p:pic>
      <p:pic>
        <p:nvPicPr>
          <p:cNvPr id="15" name="Picture 15"/>
          <p:cNvPicPr>
            <a:picLocks noChangeAspect="1"/>
          </p:cNvPicPr>
          <p:nvPr/>
        </p:nvPicPr>
        <p:blipFill rotWithShape="1">
          <a:blip r:embed="rId12"/>
          <a:stretch>
            <a:fillRect/>
          </a:stretch>
        </p:blipFill>
        <p:spPr>
          <a:xfrm>
            <a:off x="14630400" y="3797300"/>
            <a:ext cx="2222500" cy="901700"/>
          </a:xfrm>
          <a:prstGeom prst="rect">
            <a:avLst/>
          </a:prstGeom>
        </p:spPr>
      </p:pic>
      <p:pic>
        <p:nvPicPr>
          <p:cNvPr id="16" name="Picture 16"/>
          <p:cNvPicPr>
            <a:picLocks noChangeAspect="1"/>
          </p:cNvPicPr>
          <p:nvPr/>
        </p:nvPicPr>
        <p:blipFill rotWithShape="1">
          <a:blip r:embed="rId13"/>
          <a:stretch>
            <a:fillRect/>
          </a:stretch>
        </p:blipFill>
        <p:spPr>
          <a:xfrm>
            <a:off x="14274800" y="6921500"/>
            <a:ext cx="2946400" cy="914400"/>
          </a:xfrm>
          <a:prstGeom prst="rect">
            <a:avLst/>
          </a:prstGeom>
        </p:spPr>
      </p:pic>
      <p:pic>
        <p:nvPicPr>
          <p:cNvPr id="17" name="Picture 17"/>
          <p:cNvPicPr>
            <a:picLocks noChangeAspect="1"/>
          </p:cNvPicPr>
          <p:nvPr/>
        </p:nvPicPr>
        <p:blipFill rotWithShape="1">
          <a:blip r:embed="rId14"/>
          <a:stretch>
            <a:fillRect/>
          </a:stretch>
        </p:blipFill>
        <p:spPr>
          <a:xfrm>
            <a:off x="13677900" y="7162800"/>
            <a:ext cx="215900" cy="342900"/>
          </a:xfrm>
          <a:prstGeom prst="rect">
            <a:avLst/>
          </a:prstGeom>
        </p:spPr>
      </p:pic>
      <p:pic>
        <p:nvPicPr>
          <p:cNvPr id="18" name="Picture 18"/>
          <p:cNvPicPr>
            <a:picLocks noChangeAspect="1"/>
          </p:cNvPicPr>
          <p:nvPr/>
        </p:nvPicPr>
        <p:blipFill rotWithShape="1">
          <a:blip r:embed="rId15"/>
          <a:stretch>
            <a:fillRect/>
          </a:stretch>
        </p:blipFill>
        <p:spPr>
          <a:xfrm>
            <a:off x="13614400" y="3962400"/>
            <a:ext cx="215900" cy="342900"/>
          </a:xfrm>
          <a:prstGeom prst="rect">
            <a:avLst/>
          </a:prstGeom>
        </p:spPr>
      </p:pic>
      <p:pic>
        <p:nvPicPr>
          <p:cNvPr id="19" name="Picture 19"/>
          <p:cNvPicPr>
            <a:picLocks noChangeAspect="1"/>
          </p:cNvPicPr>
          <p:nvPr/>
        </p:nvPicPr>
        <p:blipFill rotWithShape="1">
          <a:blip r:embed="rId16"/>
          <a:stretch>
            <a:fillRect/>
          </a:stretch>
        </p:blipFill>
        <p:spPr>
          <a:xfrm>
            <a:off x="14643100" y="7086600"/>
            <a:ext cx="2197100" cy="133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6477000" y="406400"/>
            <a:ext cx="13754100" cy="2336800"/>
          </a:xfrm>
          <a:prstGeom prst="rect">
            <a:avLst/>
          </a:prstGeom>
        </p:spPr>
      </p:pic>
      <p:grpSp>
        <p:nvGrpSpPr>
          <p:cNvPr name="Group 5" id="5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584200" y="876300"/>
            <a:ext cx="6946900" cy="8763000"/>
          </a:xfrm>
          <a:prstGeom prst="rect">
            <a:avLst/>
          </a:prstGeom>
        </p:spPr>
      </p:pic>
      <p:grpSp>
        <p:nvGrpSpPr>
          <p:cNvPr name="Group 7" id="7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051800" y="2921000"/>
            <a:ext cx="8178800" cy="47625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414500" y="8724900"/>
            <a:ext cx="2654300" cy="9144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3817600" y="9029700"/>
            <a:ext cx="215900" cy="3429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643100" y="8813800"/>
            <a:ext cx="2222500" cy="9017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0337800" y="5854700"/>
            <a:ext cx="215900" cy="3429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6070600" y="406400"/>
            <a:ext cx="13589000" cy="23368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137900" y="5651500"/>
            <a:ext cx="4216400" cy="863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1404600" y="5715000"/>
            <a:ext cx="3860800" cy="901700"/>
          </a:xfrm>
          <a:prstGeom prst="rect">
            <a:avLst/>
          </a:prstGeom>
        </p:spPr>
      </p:pic>
      <p:grpSp>
        <p:nvGrpSpPr>
          <p:cNvPr name="Group 8" id="8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066800" y="1765300"/>
            <a:ext cx="8547100" cy="7721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87400" y="2743200"/>
            <a:ext cx="11430000" cy="6311900"/>
          </a:xfrm>
          <a:prstGeom prst="rect">
            <a:avLst/>
          </a:prstGeom>
        </p:spPr>
      </p:pic>
      <p:grpSp>
        <p:nvGrpSpPr>
          <p:cNvPr name="Group 6" id="6"/>
          <p:cNvGrpSpPr/>
          <p:nvPr/>
        </p:nvGrpSpPr>
        <p:grpSpPr>
          <a:xfrm>
            <a:off x="2147483647" y="2147483647"/>
            <a:ext cx="2147483647" cy="2147483647"/>
          </a:xfrm>
        </p:grpSpPr>
      </p:grpSp>
      <p:pic>
        <p:nvPicPr>
          <p:cNvPr name="Picture 7" id="7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560300" y="7581900"/>
            <a:ext cx="4356100" cy="1473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169900" y="444500"/>
            <a:ext cx="5499100" cy="30988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279400" y="279400"/>
            <a:ext cx="17716500" cy="304800"/>
          </a:xfrm>
          <a:prstGeom prst="rect">
            <a:avLst/>
          </a:prstGeom>
        </p:spPr>
      </p:pic>
      <p:grpSp>
        <p:nvGrpSpPr>
          <p:cNvPr name="Group 4" id="4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749300" y="1866900"/>
            <a:ext cx="16802100" cy="25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82700" y="2540000"/>
            <a:ext cx="8801100" cy="4038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9800" y="863600"/>
            <a:ext cx="12839700" cy="8001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813800" y="6146800"/>
            <a:ext cx="7594600" cy="4038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180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279400" y="279400"/>
            <a:ext cx="17716500" cy="9715500"/>
          </a:xfrm>
          <a:prstGeom prst="rect">
            <a:avLst/>
          </a:prstGeom>
        </p:spPr>
      </p:pic>
      <p:grpSp>
        <p:nvGrpSpPr>
          <p:cNvPr name="Group 3" id="3"/>
          <p:cNvGrpSpPr/>
          <p:nvPr/>
        </p:nvGrpSpPr>
        <p:grpSpPr>
          <a:xfrm>
            <a:off x="2147483647" y="2147483647"/>
            <a:ext cx="2147483647" cy="285750000"/>
          </a:xfrm>
        </p:grpSpPr>
      </p:grpSp>
      <p:pic>
        <p:nvPicPr>
          <p:cNvPr name="Picture 4" id="4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0">
            <a:off x="749300" y="787400"/>
            <a:ext cx="16802100" cy="254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279400" y="9461500"/>
            <a:ext cx="17716500" cy="5461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952500" y="4813300"/>
            <a:ext cx="2730500" cy="609600"/>
          </a:xfrm>
          <a:prstGeom prst="rect">
            <a:avLst/>
          </a:prstGeom>
        </p:spPr>
      </p:pic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381000" y="4787900"/>
            <a:ext cx="3543300" cy="8255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496300" y="8166100"/>
            <a:ext cx="12573000" cy="8636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73100" y="5664200"/>
            <a:ext cx="6858000" cy="36576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482600" y="6654800"/>
            <a:ext cx="8559800" cy="61849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r="http://schemas.openxmlformats.org/officeDocument/2006/relationships" xmlns:c="http://schemas.openxmlformats.org/drawingml/2006/chart" xmlns:dgm="http://schemas.openxmlformats.org/drawingml/2006/diagram" xmlns:dsp="http://schemas.microsoft.com/office/drawing/2008/diagram" xmlns:a="http://schemas.openxmlformats.org/drawingml/2006/main" xmlns:pic="http://schemas.openxmlformats.org/drawingml/2006/picture" xmlns:wp="http://schemas.openxmlformats.org/drawingml/2006/wordprocessingDrawing" xmlns:xdr="http://schemas.openxmlformats.org/drawingml/2006/spreadsheetDrawing" xmlns:lc="http://schemas.openxmlformats.org/drawingml/2006/lockedCanvas" xmlns:p="http://schemas.openxmlformats.org/presentation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ep:Properties xmlns:r="http://schemas.openxmlformats.org/officeDocument/2006/relationships" xmlns:ep="http://schemas.openxmlformats.org/officeDocument/2006/extended-properties" xmlns:vt="http://schemas.openxmlformats.org/officeDocument/2006/docPropsVTypes">
  <ep:Manager/>
  <ep:Company/>
  <ep:Words>0</ep:Words>
  <ep:PresentationFormat>On-screen Show (4:3)</ep:PresentationFormat>
  <ep:Paragraphs>0</ep:Paragraphs>
  <ep:Slides>14</ep:Slides>
  <ep:Notes>0</ep:Notes>
  <ep:TotalTime>0</ep:TotalTime>
  <ep:HiddenSlides>0</ep:HiddenSlides>
  <ep:MMClips>4</ep:MMClips>
  <ep: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ep:HeadingPairs>
  <ep:TitlesOfParts>
    <vt:vector size="15" baseType="lpstr">
      <vt:lpstr>Office Theme</vt:lpstr>
      <vt:lpstr>슬라이드 1</vt:lpstr>
      <vt:lpstr>슬라이드 2</vt:lpstr>
      <vt:lpstr>슬라이드 3</vt:lpstr>
      <vt:lpstr>슬라이드 4</vt:lpstr>
      <vt:lpstr>슬라이드 5</vt:lpstr>
      <vt:lpstr>슬라이드 6</vt:lpstr>
      <vt:lpstr>슬라이드 7</vt:lpstr>
      <vt:lpstr>슬라이드 8</vt:lpstr>
      <vt:lpstr>슬라이드 9</vt:lpstr>
      <vt:lpstr>슬라이드 10</vt:lpstr>
      <vt:lpstr>슬라이드 11</vt:lpstr>
      <vt:lpstr>슬라이드 12</vt:lpstr>
      <vt:lpstr>슬라이드 13</vt:lpstr>
      <vt:lpstr>슬라이드 14</vt:lpstr>
    </vt:vector>
  </ep:TitlesOfParts>
  <ep:HyperlinkBase/>
  <ep:Application>Show</ep:Application>
  <ep:AppVersion>12.0000</ep:AppVersion>
</ep:Properties>
</file>

<file path=docProps/core.xml><?xml version="1.0" encoding="utf-8"?>
<cp:coreProperties xmlns:r="http://schemas.openxmlformats.org/officeDocument/2006/relationships"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2006-08-16T00:00:00.000</dcterms:created>
  <cp:lastModifiedBy>이연주</cp:lastModifiedBy>
  <dcterms:modified xsi:type="dcterms:W3CDTF">2024-06-23T14:21:58.681</dcterms:modified>
  <cp:revision>4</cp:revision>
  <cp:version/>
</cp:coreProperties>
</file>

<file path=docProps/custom.xml><?xml version="1.0" encoding="utf-8"?>
<cfp:Properties xmlns:r="http://schemas.openxmlformats.org/officeDocument/2006/relationships" xmlns:cfp="http://schemas.openxmlformats.org/officeDocument/2006/custom-properties" xmlns:vt="http://schemas.openxmlformats.org/officeDocument/2006/docPropsVTypes"/>
</file>